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23"/>
  </p:notesMasterIdLst>
  <p:sldIdLst>
    <p:sldId id="256" r:id="rId2"/>
    <p:sldId id="265" r:id="rId3"/>
    <p:sldId id="271" r:id="rId4"/>
    <p:sldId id="258" r:id="rId5"/>
    <p:sldId id="259" r:id="rId6"/>
    <p:sldId id="260" r:id="rId7"/>
    <p:sldId id="261" r:id="rId8"/>
    <p:sldId id="262" r:id="rId9"/>
    <p:sldId id="263" r:id="rId10"/>
    <p:sldId id="266" r:id="rId11"/>
    <p:sldId id="268" r:id="rId12"/>
    <p:sldId id="272" r:id="rId13"/>
    <p:sldId id="273" r:id="rId14"/>
    <p:sldId id="274" r:id="rId15"/>
    <p:sldId id="275" r:id="rId16"/>
    <p:sldId id="284" r:id="rId17"/>
    <p:sldId id="276" r:id="rId18"/>
    <p:sldId id="286" r:id="rId19"/>
    <p:sldId id="287" r:id="rId20"/>
    <p:sldId id="257" r:id="rId21"/>
    <p:sldId id="26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324" autoAdjust="0"/>
  </p:normalViewPr>
  <p:slideViewPr>
    <p:cSldViewPr snapToGrid="0">
      <p:cViewPr varScale="1">
        <p:scale>
          <a:sx n="80" d="100"/>
          <a:sy n="80" d="100"/>
        </p:scale>
        <p:origin x="132" y="5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999DA6-BF06-4284-8F85-6863D52C64E3}"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CFFDBAA2-74B0-4610-9FC5-A9A3FA9E8EF1}">
      <dgm:prSet phldrT="[Text]" custT="1"/>
      <dgm:spPr/>
      <dgm:t>
        <a:bodyPr/>
        <a:lstStyle/>
        <a:p>
          <a:r>
            <a:rPr lang="en-US" sz="1800" dirty="0" smtClean="0">
              <a:latin typeface="Sitka Text" pitchFamily="2" charset="0"/>
            </a:rPr>
            <a:t>Modalities</a:t>
          </a:r>
          <a:endParaRPr lang="en-US" sz="1800" dirty="0">
            <a:latin typeface="Sitka Text" pitchFamily="2" charset="0"/>
          </a:endParaRPr>
        </a:p>
      </dgm:t>
    </dgm:pt>
    <dgm:pt modelId="{EA75B02C-71C0-4D12-9C5B-A091A11EF758}" type="parTrans" cxnId="{9C887CB7-FFDD-4A2C-A3AF-B45A3023E4BD}">
      <dgm:prSet/>
      <dgm:spPr/>
      <dgm:t>
        <a:bodyPr/>
        <a:lstStyle/>
        <a:p>
          <a:endParaRPr lang="en-US"/>
        </a:p>
      </dgm:t>
    </dgm:pt>
    <dgm:pt modelId="{E12A45CD-C578-4890-B457-C055B3231B6E}" type="sibTrans" cxnId="{9C887CB7-FFDD-4A2C-A3AF-B45A3023E4BD}">
      <dgm:prSet/>
      <dgm:spPr/>
      <dgm:t>
        <a:bodyPr/>
        <a:lstStyle/>
        <a:p>
          <a:endParaRPr lang="en-US"/>
        </a:p>
      </dgm:t>
    </dgm:pt>
    <dgm:pt modelId="{9E187CA8-5C6E-4B0F-A14E-58D455CCE362}">
      <dgm:prSet phldrT="[Text]" custT="1"/>
      <dgm:spPr/>
      <dgm:t>
        <a:bodyPr/>
        <a:lstStyle/>
        <a:p>
          <a:r>
            <a:rPr lang="en-US" sz="1800" dirty="0" smtClean="0">
              <a:latin typeface="Sitka Text" pitchFamily="2" charset="0"/>
            </a:rPr>
            <a:t>Physics</a:t>
          </a:r>
          <a:endParaRPr lang="en-US" sz="1800" dirty="0">
            <a:latin typeface="Sitka Text" pitchFamily="2" charset="0"/>
          </a:endParaRPr>
        </a:p>
      </dgm:t>
    </dgm:pt>
    <dgm:pt modelId="{BFF2D6E0-0427-46AE-876F-5F15DF2D8012}" type="parTrans" cxnId="{9383C248-BF9C-4138-9BED-5EA6339E298F}">
      <dgm:prSet/>
      <dgm:spPr/>
      <dgm:t>
        <a:bodyPr/>
        <a:lstStyle/>
        <a:p>
          <a:endParaRPr lang="en-US"/>
        </a:p>
      </dgm:t>
    </dgm:pt>
    <dgm:pt modelId="{35F74B57-E32E-45F0-AA2D-2B260CD2DDA1}" type="sibTrans" cxnId="{9383C248-BF9C-4138-9BED-5EA6339E298F}">
      <dgm:prSet/>
      <dgm:spPr/>
      <dgm:t>
        <a:bodyPr/>
        <a:lstStyle/>
        <a:p>
          <a:endParaRPr lang="en-US"/>
        </a:p>
      </dgm:t>
    </dgm:pt>
    <dgm:pt modelId="{4F8C456E-96E1-45CC-8CC3-8D6E8408658E}">
      <dgm:prSet phldrT="[Text]" custT="1"/>
      <dgm:spPr/>
      <dgm:t>
        <a:bodyPr/>
        <a:lstStyle/>
        <a:p>
          <a:r>
            <a:rPr lang="en-US" sz="1800" dirty="0" smtClean="0">
              <a:latin typeface="Sitka Text" pitchFamily="2" charset="0"/>
            </a:rPr>
            <a:t>Image formation</a:t>
          </a:r>
          <a:endParaRPr lang="en-US" sz="1800" dirty="0">
            <a:latin typeface="Sitka Text" pitchFamily="2" charset="0"/>
          </a:endParaRPr>
        </a:p>
      </dgm:t>
    </dgm:pt>
    <dgm:pt modelId="{F3E0B1B9-B741-47AD-9AFF-5CD1456DCA88}" type="parTrans" cxnId="{C718138A-C6F5-42D8-A8A3-64025C3D9727}">
      <dgm:prSet/>
      <dgm:spPr/>
      <dgm:t>
        <a:bodyPr/>
        <a:lstStyle/>
        <a:p>
          <a:endParaRPr lang="en-US"/>
        </a:p>
      </dgm:t>
    </dgm:pt>
    <dgm:pt modelId="{880D3429-3536-4458-AD9E-69BC4F05DD55}" type="sibTrans" cxnId="{C718138A-C6F5-42D8-A8A3-64025C3D9727}">
      <dgm:prSet/>
      <dgm:spPr/>
      <dgm:t>
        <a:bodyPr/>
        <a:lstStyle/>
        <a:p>
          <a:endParaRPr lang="en-US"/>
        </a:p>
      </dgm:t>
    </dgm:pt>
    <dgm:pt modelId="{F390BDD6-F55F-402D-BF65-983CB0468747}">
      <dgm:prSet phldrT="[Text]" custT="1"/>
      <dgm:spPr/>
      <dgm:t>
        <a:bodyPr/>
        <a:lstStyle/>
        <a:p>
          <a:r>
            <a:rPr lang="en-US" sz="1800" dirty="0" smtClean="0">
              <a:latin typeface="Sitka Text" pitchFamily="2" charset="0"/>
            </a:rPr>
            <a:t>Machine Learning</a:t>
          </a:r>
          <a:endParaRPr lang="en-US" sz="1800" dirty="0">
            <a:latin typeface="Sitka Text" pitchFamily="2" charset="0"/>
          </a:endParaRPr>
        </a:p>
      </dgm:t>
    </dgm:pt>
    <dgm:pt modelId="{C1FBEDD1-A2A9-46C6-89E2-97DDCAD0A60F}" type="parTrans" cxnId="{DB065566-97D7-4CE2-9018-C472851B6F53}">
      <dgm:prSet/>
      <dgm:spPr/>
      <dgm:t>
        <a:bodyPr/>
        <a:lstStyle/>
        <a:p>
          <a:endParaRPr lang="en-US"/>
        </a:p>
      </dgm:t>
    </dgm:pt>
    <dgm:pt modelId="{3DC33DDC-F85A-462C-8603-62CF0CEE5562}" type="sibTrans" cxnId="{DB065566-97D7-4CE2-9018-C472851B6F53}">
      <dgm:prSet/>
      <dgm:spPr/>
      <dgm:t>
        <a:bodyPr/>
        <a:lstStyle/>
        <a:p>
          <a:endParaRPr lang="en-US"/>
        </a:p>
      </dgm:t>
    </dgm:pt>
    <dgm:pt modelId="{0BD1478B-884B-485C-AB86-CCDCAFD71A16}">
      <dgm:prSet phldrT="[Text]" custT="1"/>
      <dgm:spPr/>
      <dgm:t>
        <a:bodyPr/>
        <a:lstStyle/>
        <a:p>
          <a:r>
            <a:rPr lang="en-US" sz="1800" dirty="0" smtClean="0">
              <a:latin typeface="Sitka Text" pitchFamily="2" charset="0"/>
            </a:rPr>
            <a:t>Classification</a:t>
          </a:r>
          <a:endParaRPr lang="en-US" sz="1800" dirty="0">
            <a:latin typeface="Sitka Text" pitchFamily="2" charset="0"/>
          </a:endParaRPr>
        </a:p>
      </dgm:t>
    </dgm:pt>
    <dgm:pt modelId="{619B9C9E-266F-4B48-BC74-7590FB024723}" type="parTrans" cxnId="{3F2BC45A-7066-444E-9835-E1691EB5E72D}">
      <dgm:prSet/>
      <dgm:spPr/>
      <dgm:t>
        <a:bodyPr/>
        <a:lstStyle/>
        <a:p>
          <a:endParaRPr lang="en-US"/>
        </a:p>
      </dgm:t>
    </dgm:pt>
    <dgm:pt modelId="{310708FD-3614-4EB8-9A92-205B5CFB9AD6}" type="sibTrans" cxnId="{3F2BC45A-7066-444E-9835-E1691EB5E72D}">
      <dgm:prSet/>
      <dgm:spPr/>
      <dgm:t>
        <a:bodyPr/>
        <a:lstStyle/>
        <a:p>
          <a:endParaRPr lang="en-US"/>
        </a:p>
      </dgm:t>
    </dgm:pt>
    <dgm:pt modelId="{AF4AA9C0-8631-477C-9A52-4778ADD11C67}">
      <dgm:prSet phldrT="[Text]" custT="1"/>
      <dgm:spPr/>
      <dgm:t>
        <a:bodyPr/>
        <a:lstStyle/>
        <a:p>
          <a:r>
            <a:rPr lang="en-US" sz="1800" dirty="0" smtClean="0">
              <a:latin typeface="Sitka Text" pitchFamily="2" charset="0"/>
            </a:rPr>
            <a:t>Image Processing</a:t>
          </a:r>
          <a:endParaRPr lang="en-US" sz="1800" dirty="0">
            <a:latin typeface="Sitka Text" pitchFamily="2" charset="0"/>
          </a:endParaRPr>
        </a:p>
      </dgm:t>
    </dgm:pt>
    <dgm:pt modelId="{3A3604CE-8E41-44D8-AEBF-4726CE0B294D}" type="parTrans" cxnId="{5116159A-4D42-4390-A47B-7AE6F5D0A8AD}">
      <dgm:prSet/>
      <dgm:spPr/>
      <dgm:t>
        <a:bodyPr/>
        <a:lstStyle/>
        <a:p>
          <a:endParaRPr lang="en-US"/>
        </a:p>
      </dgm:t>
    </dgm:pt>
    <dgm:pt modelId="{ACE201A5-7496-4A41-BD74-0127F3E249FF}" type="sibTrans" cxnId="{5116159A-4D42-4390-A47B-7AE6F5D0A8AD}">
      <dgm:prSet/>
      <dgm:spPr/>
      <dgm:t>
        <a:bodyPr/>
        <a:lstStyle/>
        <a:p>
          <a:endParaRPr lang="en-US"/>
        </a:p>
      </dgm:t>
    </dgm:pt>
    <dgm:pt modelId="{FB067253-B5A1-46D4-AEAF-7DD99B908A4D}">
      <dgm:prSet phldrT="[Text]" custT="1"/>
      <dgm:spPr/>
      <dgm:t>
        <a:bodyPr/>
        <a:lstStyle/>
        <a:p>
          <a:r>
            <a:rPr lang="en-US" sz="1800" dirty="0" smtClean="0">
              <a:latin typeface="Sitka Text" pitchFamily="2" charset="0"/>
            </a:rPr>
            <a:t>Denoising</a:t>
          </a:r>
          <a:endParaRPr lang="en-US" sz="1800" dirty="0">
            <a:latin typeface="Sitka Text" pitchFamily="2" charset="0"/>
          </a:endParaRPr>
        </a:p>
      </dgm:t>
    </dgm:pt>
    <dgm:pt modelId="{98F59BCF-4ABB-4C5B-AEFD-71FB91636476}" type="parTrans" cxnId="{66BC4630-38BA-4416-B54C-EFBD87188652}">
      <dgm:prSet/>
      <dgm:spPr/>
      <dgm:t>
        <a:bodyPr/>
        <a:lstStyle/>
        <a:p>
          <a:endParaRPr lang="en-US"/>
        </a:p>
      </dgm:t>
    </dgm:pt>
    <dgm:pt modelId="{45456988-9DD5-4DAE-8048-3C3FD182F982}" type="sibTrans" cxnId="{66BC4630-38BA-4416-B54C-EFBD87188652}">
      <dgm:prSet/>
      <dgm:spPr/>
      <dgm:t>
        <a:bodyPr/>
        <a:lstStyle/>
        <a:p>
          <a:endParaRPr lang="en-US"/>
        </a:p>
      </dgm:t>
    </dgm:pt>
    <dgm:pt modelId="{621C55DB-4A4A-4CA3-876C-CF3E879A3B98}">
      <dgm:prSet phldrT="[Text]" custT="1"/>
      <dgm:spPr/>
      <dgm:t>
        <a:bodyPr/>
        <a:lstStyle/>
        <a:p>
          <a:r>
            <a:rPr lang="en-US" sz="1600" dirty="0" smtClean="0">
              <a:latin typeface="Sitka Text" pitchFamily="2" charset="0"/>
            </a:rPr>
            <a:t>X-ray, CT Scan</a:t>
          </a:r>
          <a:endParaRPr lang="en-US" sz="1600" dirty="0">
            <a:latin typeface="Sitka Text" pitchFamily="2" charset="0"/>
          </a:endParaRPr>
        </a:p>
      </dgm:t>
    </dgm:pt>
    <dgm:pt modelId="{3415661B-6E0A-4F7D-83F4-E0DE23A8A53B}" type="parTrans" cxnId="{5ACC1709-1FF1-4B46-809E-E04B38327060}">
      <dgm:prSet/>
      <dgm:spPr/>
      <dgm:t>
        <a:bodyPr/>
        <a:lstStyle/>
        <a:p>
          <a:endParaRPr lang="en-US"/>
        </a:p>
      </dgm:t>
    </dgm:pt>
    <dgm:pt modelId="{5084EC69-433F-4321-8043-489E9720E113}" type="sibTrans" cxnId="{5ACC1709-1FF1-4B46-809E-E04B38327060}">
      <dgm:prSet/>
      <dgm:spPr/>
      <dgm:t>
        <a:bodyPr/>
        <a:lstStyle/>
        <a:p>
          <a:endParaRPr lang="en-US"/>
        </a:p>
      </dgm:t>
    </dgm:pt>
    <dgm:pt modelId="{D85489D7-9A84-4E02-8A06-B31CF0B35EC7}">
      <dgm:prSet phldrT="[Text]" custT="1"/>
      <dgm:spPr/>
      <dgm:t>
        <a:bodyPr/>
        <a:lstStyle/>
        <a:p>
          <a:r>
            <a:rPr lang="en-US" sz="1600" dirty="0" smtClean="0">
              <a:latin typeface="Sitka Text" pitchFamily="2" charset="0"/>
            </a:rPr>
            <a:t>MRI</a:t>
          </a:r>
          <a:endParaRPr lang="en-US" sz="1600" dirty="0">
            <a:latin typeface="Sitka Text" pitchFamily="2" charset="0"/>
          </a:endParaRPr>
        </a:p>
      </dgm:t>
    </dgm:pt>
    <dgm:pt modelId="{156AC80F-6FAD-43A8-9006-ABD3978AFE6D}" type="parTrans" cxnId="{562DE4D1-E215-4833-9C07-074D42B7C93F}">
      <dgm:prSet/>
      <dgm:spPr/>
      <dgm:t>
        <a:bodyPr/>
        <a:lstStyle/>
        <a:p>
          <a:endParaRPr lang="en-US"/>
        </a:p>
      </dgm:t>
    </dgm:pt>
    <dgm:pt modelId="{BE9646C1-DC2A-44D9-ACA5-2183E8A26320}" type="sibTrans" cxnId="{562DE4D1-E215-4833-9C07-074D42B7C93F}">
      <dgm:prSet/>
      <dgm:spPr/>
      <dgm:t>
        <a:bodyPr/>
        <a:lstStyle/>
        <a:p>
          <a:endParaRPr lang="en-US"/>
        </a:p>
      </dgm:t>
    </dgm:pt>
    <dgm:pt modelId="{DBB8D54D-B1EA-4EC8-A898-09F491D91D94}">
      <dgm:prSet phldrT="[Text]" custT="1"/>
      <dgm:spPr/>
      <dgm:t>
        <a:bodyPr/>
        <a:lstStyle/>
        <a:p>
          <a:endParaRPr lang="en-US" sz="1400" dirty="0">
            <a:latin typeface="Sitka Text" pitchFamily="2" charset="0"/>
          </a:endParaRPr>
        </a:p>
      </dgm:t>
    </dgm:pt>
    <dgm:pt modelId="{09F7FD44-3C19-4BBD-86AE-DD7D612A6D5B}" type="parTrans" cxnId="{376B11ED-F28D-4A4A-8E43-B6419D268F03}">
      <dgm:prSet/>
      <dgm:spPr/>
      <dgm:t>
        <a:bodyPr/>
        <a:lstStyle/>
        <a:p>
          <a:endParaRPr lang="en-US"/>
        </a:p>
      </dgm:t>
    </dgm:pt>
    <dgm:pt modelId="{0F7FEE20-4BAB-41B8-AB2D-7DBED0AD0EA1}" type="sibTrans" cxnId="{376B11ED-F28D-4A4A-8E43-B6419D268F03}">
      <dgm:prSet/>
      <dgm:spPr/>
      <dgm:t>
        <a:bodyPr/>
        <a:lstStyle/>
        <a:p>
          <a:endParaRPr lang="en-US"/>
        </a:p>
      </dgm:t>
    </dgm:pt>
    <dgm:pt modelId="{D7DD7CEA-41F9-428E-B2DB-A5B74A61164C}">
      <dgm:prSet phldrT="[Text]" custT="1"/>
      <dgm:spPr/>
      <dgm:t>
        <a:bodyPr/>
        <a:lstStyle/>
        <a:p>
          <a:r>
            <a:rPr lang="en-US" sz="1600" dirty="0" smtClean="0">
              <a:latin typeface="Sitka Text" pitchFamily="2" charset="0"/>
            </a:rPr>
            <a:t>Ultrasound</a:t>
          </a:r>
          <a:endParaRPr lang="en-US" sz="1600" dirty="0">
            <a:latin typeface="Sitka Text" pitchFamily="2" charset="0"/>
          </a:endParaRPr>
        </a:p>
      </dgm:t>
    </dgm:pt>
    <dgm:pt modelId="{5C26B03E-4683-4343-A026-0ED3590AA151}" type="parTrans" cxnId="{45144CFC-694F-4D70-A0BF-EAB593EFFA39}">
      <dgm:prSet/>
      <dgm:spPr/>
      <dgm:t>
        <a:bodyPr/>
        <a:lstStyle/>
        <a:p>
          <a:endParaRPr lang="en-US"/>
        </a:p>
      </dgm:t>
    </dgm:pt>
    <dgm:pt modelId="{2C28F945-1666-47D8-B7A3-05795BA479EC}" type="sibTrans" cxnId="{45144CFC-694F-4D70-A0BF-EAB593EFFA39}">
      <dgm:prSet/>
      <dgm:spPr/>
      <dgm:t>
        <a:bodyPr/>
        <a:lstStyle/>
        <a:p>
          <a:endParaRPr lang="en-US"/>
        </a:p>
      </dgm:t>
    </dgm:pt>
    <dgm:pt modelId="{A510EBC5-F4F9-4649-AC9B-68D13A70797A}">
      <dgm:prSet phldrT="[Text]" custT="1"/>
      <dgm:spPr/>
      <dgm:t>
        <a:bodyPr/>
        <a:lstStyle/>
        <a:p>
          <a:endParaRPr lang="en-US" sz="1400" dirty="0">
            <a:latin typeface="Sitka Text" pitchFamily="2" charset="0"/>
          </a:endParaRPr>
        </a:p>
      </dgm:t>
    </dgm:pt>
    <dgm:pt modelId="{B3BBF18B-9456-468B-8001-AEB577D2EC37}" type="parTrans" cxnId="{88C8614F-3711-420D-A1A6-0D591FBB2A4D}">
      <dgm:prSet/>
      <dgm:spPr/>
      <dgm:t>
        <a:bodyPr/>
        <a:lstStyle/>
        <a:p>
          <a:endParaRPr lang="en-US"/>
        </a:p>
      </dgm:t>
    </dgm:pt>
    <dgm:pt modelId="{F62876AE-47F8-47C0-AD67-287286ECD5B6}" type="sibTrans" cxnId="{88C8614F-3711-420D-A1A6-0D591FBB2A4D}">
      <dgm:prSet/>
      <dgm:spPr/>
      <dgm:t>
        <a:bodyPr/>
        <a:lstStyle/>
        <a:p>
          <a:endParaRPr lang="en-US"/>
        </a:p>
      </dgm:t>
    </dgm:pt>
    <dgm:pt modelId="{62C6D035-C0C2-47C3-B936-3F352D8C34BE}">
      <dgm:prSet phldrT="[Text]" custT="1"/>
      <dgm:spPr/>
      <dgm:t>
        <a:bodyPr/>
        <a:lstStyle/>
        <a:p>
          <a:r>
            <a:rPr lang="en-US" sz="1600" dirty="0" smtClean="0">
              <a:latin typeface="Sitka Text" pitchFamily="2" charset="0"/>
            </a:rPr>
            <a:t>Pathology</a:t>
          </a:r>
          <a:endParaRPr lang="en-US" sz="1600" dirty="0">
            <a:latin typeface="Sitka Text" pitchFamily="2" charset="0"/>
          </a:endParaRPr>
        </a:p>
      </dgm:t>
    </dgm:pt>
    <dgm:pt modelId="{1534DB50-2B7C-42FC-BFC0-B6E445D94C36}" type="parTrans" cxnId="{EBA5B83C-4B60-406A-974A-130D8DE2CFB5}">
      <dgm:prSet/>
      <dgm:spPr/>
      <dgm:t>
        <a:bodyPr/>
        <a:lstStyle/>
        <a:p>
          <a:endParaRPr lang="en-US"/>
        </a:p>
      </dgm:t>
    </dgm:pt>
    <dgm:pt modelId="{CF106E50-488E-4927-AF6E-A4EF7A4BC80D}" type="sibTrans" cxnId="{EBA5B83C-4B60-406A-974A-130D8DE2CFB5}">
      <dgm:prSet/>
      <dgm:spPr/>
      <dgm:t>
        <a:bodyPr/>
        <a:lstStyle/>
        <a:p>
          <a:endParaRPr lang="en-US"/>
        </a:p>
      </dgm:t>
    </dgm:pt>
    <dgm:pt modelId="{F2EF50B5-2456-4A75-B05A-EFC880BEA3E6}">
      <dgm:prSet phldrT="[Text]" custT="1"/>
      <dgm:spPr/>
      <dgm:t>
        <a:bodyPr/>
        <a:lstStyle/>
        <a:p>
          <a:r>
            <a:rPr lang="en-US" sz="1800" dirty="0" smtClean="0">
              <a:latin typeface="Sitka Text" pitchFamily="2" charset="0"/>
            </a:rPr>
            <a:t>Tissue-energy Interaction</a:t>
          </a:r>
          <a:endParaRPr lang="en-US" sz="1800" dirty="0">
            <a:latin typeface="Sitka Text" pitchFamily="2" charset="0"/>
          </a:endParaRPr>
        </a:p>
      </dgm:t>
    </dgm:pt>
    <dgm:pt modelId="{C5F650CA-879B-4B7F-9658-C365BA6FD6C5}" type="parTrans" cxnId="{ABF8BF75-8449-4FD4-B581-6610CD3C5406}">
      <dgm:prSet/>
      <dgm:spPr/>
      <dgm:t>
        <a:bodyPr/>
        <a:lstStyle/>
        <a:p>
          <a:endParaRPr lang="en-US"/>
        </a:p>
      </dgm:t>
    </dgm:pt>
    <dgm:pt modelId="{716CB6DB-9E46-4E96-B6F8-CA27E76789C2}" type="sibTrans" cxnId="{ABF8BF75-8449-4FD4-B581-6610CD3C5406}">
      <dgm:prSet/>
      <dgm:spPr/>
      <dgm:t>
        <a:bodyPr/>
        <a:lstStyle/>
        <a:p>
          <a:endParaRPr lang="en-US"/>
        </a:p>
      </dgm:t>
    </dgm:pt>
    <dgm:pt modelId="{F89B34DE-D3A0-4B83-BD35-06B8139272D9}">
      <dgm:prSet phldrT="[Text]" custT="1"/>
      <dgm:spPr/>
      <dgm:t>
        <a:bodyPr/>
        <a:lstStyle/>
        <a:p>
          <a:r>
            <a:rPr lang="en-US" sz="1800" dirty="0" smtClean="0">
              <a:latin typeface="Sitka Text" pitchFamily="2" charset="0"/>
            </a:rPr>
            <a:t>Medical Imaging </a:t>
          </a:r>
          <a:endParaRPr lang="en-US" sz="1800" dirty="0">
            <a:latin typeface="Sitka Text" pitchFamily="2" charset="0"/>
          </a:endParaRPr>
        </a:p>
      </dgm:t>
    </dgm:pt>
    <dgm:pt modelId="{171D650F-7582-440A-9758-A759962201DF}" type="sibTrans" cxnId="{35C16AF5-C1C1-4986-A18C-55595A1AD3BC}">
      <dgm:prSet/>
      <dgm:spPr/>
      <dgm:t>
        <a:bodyPr/>
        <a:lstStyle/>
        <a:p>
          <a:endParaRPr lang="en-US"/>
        </a:p>
      </dgm:t>
    </dgm:pt>
    <dgm:pt modelId="{F18513DF-4CAC-4780-89DE-4B81E22B46EB}" type="parTrans" cxnId="{35C16AF5-C1C1-4986-A18C-55595A1AD3BC}">
      <dgm:prSet/>
      <dgm:spPr/>
      <dgm:t>
        <a:bodyPr/>
        <a:lstStyle/>
        <a:p>
          <a:endParaRPr lang="en-US"/>
        </a:p>
      </dgm:t>
    </dgm:pt>
    <dgm:pt modelId="{4BC471FC-32EC-4516-BAE6-FB1DEB174C49}">
      <dgm:prSet phldrT="[Text]" custT="1"/>
      <dgm:spPr/>
      <dgm:t>
        <a:bodyPr/>
        <a:lstStyle/>
        <a:p>
          <a:r>
            <a:rPr lang="en-US" sz="1800" dirty="0" smtClean="0">
              <a:latin typeface="Sitka Text" pitchFamily="2" charset="0"/>
            </a:rPr>
            <a:t>Segmentation</a:t>
          </a:r>
          <a:endParaRPr lang="en-US" sz="1800" dirty="0">
            <a:latin typeface="Sitka Text" pitchFamily="2" charset="0"/>
          </a:endParaRPr>
        </a:p>
      </dgm:t>
    </dgm:pt>
    <dgm:pt modelId="{5BA4CA88-972B-4672-92A1-C03C8AD17A89}" type="parTrans" cxnId="{70B378E4-AD88-4724-86DB-A50060805093}">
      <dgm:prSet/>
      <dgm:spPr/>
      <dgm:t>
        <a:bodyPr/>
        <a:lstStyle/>
        <a:p>
          <a:endParaRPr lang="en-US"/>
        </a:p>
      </dgm:t>
    </dgm:pt>
    <dgm:pt modelId="{076AD31C-55F1-43EC-BD05-61FECA5CAA73}" type="sibTrans" cxnId="{70B378E4-AD88-4724-86DB-A50060805093}">
      <dgm:prSet/>
      <dgm:spPr/>
      <dgm:t>
        <a:bodyPr/>
        <a:lstStyle/>
        <a:p>
          <a:endParaRPr lang="en-US"/>
        </a:p>
      </dgm:t>
    </dgm:pt>
    <dgm:pt modelId="{EDB9CEF7-776B-4E8C-A101-C802A9E40BC8}">
      <dgm:prSet phldrT="[Text]" custT="1"/>
      <dgm:spPr/>
      <dgm:t>
        <a:bodyPr/>
        <a:lstStyle/>
        <a:p>
          <a:r>
            <a:rPr lang="en-US" sz="1800" dirty="0" smtClean="0">
              <a:latin typeface="Sitka Text" pitchFamily="2" charset="0"/>
            </a:rPr>
            <a:t>Enhancement</a:t>
          </a:r>
          <a:endParaRPr lang="en-US" sz="1800" dirty="0">
            <a:latin typeface="Sitka Text" pitchFamily="2" charset="0"/>
          </a:endParaRPr>
        </a:p>
      </dgm:t>
    </dgm:pt>
    <dgm:pt modelId="{80D20787-A102-4136-AF55-8A449D5303D5}" type="parTrans" cxnId="{7FD36728-4600-4C4C-9DCC-D6D2E449DE2C}">
      <dgm:prSet/>
      <dgm:spPr/>
      <dgm:t>
        <a:bodyPr/>
        <a:lstStyle/>
        <a:p>
          <a:endParaRPr lang="en-US"/>
        </a:p>
      </dgm:t>
    </dgm:pt>
    <dgm:pt modelId="{2751FAD1-0A4E-4119-9A8F-5B22C98CA596}" type="sibTrans" cxnId="{7FD36728-4600-4C4C-9DCC-D6D2E449DE2C}">
      <dgm:prSet/>
      <dgm:spPr/>
      <dgm:t>
        <a:bodyPr/>
        <a:lstStyle/>
        <a:p>
          <a:endParaRPr lang="en-US"/>
        </a:p>
      </dgm:t>
    </dgm:pt>
    <dgm:pt modelId="{2F7C5B1F-2A9A-476C-BDF9-4E8A3107D093}">
      <dgm:prSet phldrT="[Text]" custT="1"/>
      <dgm:spPr/>
      <dgm:t>
        <a:bodyPr/>
        <a:lstStyle/>
        <a:p>
          <a:r>
            <a:rPr lang="en-US" sz="1800" dirty="0" smtClean="0">
              <a:latin typeface="Sitka Text" pitchFamily="2" charset="0"/>
            </a:rPr>
            <a:t>Detection</a:t>
          </a:r>
          <a:endParaRPr lang="en-US" sz="1800" dirty="0">
            <a:latin typeface="Sitka Text" pitchFamily="2" charset="0"/>
          </a:endParaRPr>
        </a:p>
      </dgm:t>
    </dgm:pt>
    <dgm:pt modelId="{0DBDA954-8C13-4B4B-9216-CBC7E4550CAF}" type="parTrans" cxnId="{FB4E6EC1-96CC-4FD0-806A-F622AE512C07}">
      <dgm:prSet/>
      <dgm:spPr/>
      <dgm:t>
        <a:bodyPr/>
        <a:lstStyle/>
        <a:p>
          <a:endParaRPr lang="en-US"/>
        </a:p>
      </dgm:t>
    </dgm:pt>
    <dgm:pt modelId="{AA8FF225-0511-415D-A229-F69FC6E56F2B}" type="sibTrans" cxnId="{FB4E6EC1-96CC-4FD0-806A-F622AE512C07}">
      <dgm:prSet/>
      <dgm:spPr/>
      <dgm:t>
        <a:bodyPr/>
        <a:lstStyle/>
        <a:p>
          <a:endParaRPr lang="en-US"/>
        </a:p>
      </dgm:t>
    </dgm:pt>
    <dgm:pt modelId="{1D0D39CD-0A39-4F22-BB97-7D5351CABC8E}">
      <dgm:prSet phldrT="[Text]" custT="1"/>
      <dgm:spPr/>
      <dgm:t>
        <a:bodyPr/>
        <a:lstStyle/>
        <a:p>
          <a:r>
            <a:rPr lang="en-US" sz="1800" dirty="0" smtClean="0">
              <a:latin typeface="Sitka Text" pitchFamily="2" charset="0"/>
            </a:rPr>
            <a:t>Reasoning</a:t>
          </a:r>
          <a:endParaRPr lang="en-US" sz="1800" dirty="0">
            <a:latin typeface="Sitka Text" pitchFamily="2" charset="0"/>
          </a:endParaRPr>
        </a:p>
      </dgm:t>
    </dgm:pt>
    <dgm:pt modelId="{D100D28A-EEFA-4951-B75A-088A7FCEF6D0}" type="parTrans" cxnId="{047D76CF-17A8-4B3E-A3A7-347EF581620A}">
      <dgm:prSet/>
      <dgm:spPr/>
      <dgm:t>
        <a:bodyPr/>
        <a:lstStyle/>
        <a:p>
          <a:endParaRPr lang="en-US"/>
        </a:p>
      </dgm:t>
    </dgm:pt>
    <dgm:pt modelId="{C70FB784-F13A-4874-89D8-34941A582B0B}" type="sibTrans" cxnId="{047D76CF-17A8-4B3E-A3A7-347EF581620A}">
      <dgm:prSet/>
      <dgm:spPr/>
      <dgm:t>
        <a:bodyPr/>
        <a:lstStyle/>
        <a:p>
          <a:endParaRPr lang="en-US"/>
        </a:p>
      </dgm:t>
    </dgm:pt>
    <dgm:pt modelId="{C812D62C-150A-4ECA-A0C6-206CD4DD5D70}" type="pres">
      <dgm:prSet presAssocID="{A3999DA6-BF06-4284-8F85-6863D52C64E3}" presName="cycleMatrixDiagram" presStyleCnt="0">
        <dgm:presLayoutVars>
          <dgm:chMax val="1"/>
          <dgm:dir/>
          <dgm:animLvl val="lvl"/>
          <dgm:resizeHandles val="exact"/>
        </dgm:presLayoutVars>
      </dgm:prSet>
      <dgm:spPr/>
      <dgm:t>
        <a:bodyPr/>
        <a:lstStyle/>
        <a:p>
          <a:endParaRPr lang="en-US"/>
        </a:p>
      </dgm:t>
    </dgm:pt>
    <dgm:pt modelId="{EE261902-157F-421F-BF5D-5DF27FBD0F7C}" type="pres">
      <dgm:prSet presAssocID="{A3999DA6-BF06-4284-8F85-6863D52C64E3}" presName="children" presStyleCnt="0"/>
      <dgm:spPr/>
    </dgm:pt>
    <dgm:pt modelId="{8B1B505A-7A32-4071-AF77-13EE47BD45A2}" type="pres">
      <dgm:prSet presAssocID="{A3999DA6-BF06-4284-8F85-6863D52C64E3}" presName="child1group" presStyleCnt="0"/>
      <dgm:spPr/>
    </dgm:pt>
    <dgm:pt modelId="{988923C9-893E-4AE2-B06A-F162C6E51BA6}" type="pres">
      <dgm:prSet presAssocID="{A3999DA6-BF06-4284-8F85-6863D52C64E3}" presName="child1" presStyleLbl="bgAcc1" presStyleIdx="0" presStyleCnt="4" custScaleX="128658" custLinFactNeighborX="-11281"/>
      <dgm:spPr/>
      <dgm:t>
        <a:bodyPr/>
        <a:lstStyle/>
        <a:p>
          <a:endParaRPr lang="en-US"/>
        </a:p>
      </dgm:t>
    </dgm:pt>
    <dgm:pt modelId="{4A1E54F8-5E41-470F-876D-809393673895}" type="pres">
      <dgm:prSet presAssocID="{A3999DA6-BF06-4284-8F85-6863D52C64E3}" presName="child1Text" presStyleLbl="bgAcc1" presStyleIdx="0" presStyleCnt="4">
        <dgm:presLayoutVars>
          <dgm:bulletEnabled val="1"/>
        </dgm:presLayoutVars>
      </dgm:prSet>
      <dgm:spPr/>
      <dgm:t>
        <a:bodyPr/>
        <a:lstStyle/>
        <a:p>
          <a:endParaRPr lang="en-US"/>
        </a:p>
      </dgm:t>
    </dgm:pt>
    <dgm:pt modelId="{C3B27603-5EA9-43CE-8B3E-38429A605C61}" type="pres">
      <dgm:prSet presAssocID="{A3999DA6-BF06-4284-8F85-6863D52C64E3}" presName="child2group" presStyleCnt="0"/>
      <dgm:spPr/>
    </dgm:pt>
    <dgm:pt modelId="{8101FCF6-F6D0-430D-80D4-F1C7B66DA1AB}" type="pres">
      <dgm:prSet presAssocID="{A3999DA6-BF06-4284-8F85-6863D52C64E3}" presName="child2" presStyleLbl="bgAcc1" presStyleIdx="1" presStyleCnt="4" custScaleX="134206" custLinFactNeighborX="20776"/>
      <dgm:spPr/>
      <dgm:t>
        <a:bodyPr/>
        <a:lstStyle/>
        <a:p>
          <a:endParaRPr lang="en-US"/>
        </a:p>
      </dgm:t>
    </dgm:pt>
    <dgm:pt modelId="{5EC82CFD-6266-4236-92AF-9F0DFFCED7F2}" type="pres">
      <dgm:prSet presAssocID="{A3999DA6-BF06-4284-8F85-6863D52C64E3}" presName="child2Text" presStyleLbl="bgAcc1" presStyleIdx="1" presStyleCnt="4">
        <dgm:presLayoutVars>
          <dgm:bulletEnabled val="1"/>
        </dgm:presLayoutVars>
      </dgm:prSet>
      <dgm:spPr/>
      <dgm:t>
        <a:bodyPr/>
        <a:lstStyle/>
        <a:p>
          <a:endParaRPr lang="en-US"/>
        </a:p>
      </dgm:t>
    </dgm:pt>
    <dgm:pt modelId="{D7467905-27DA-492D-8B41-07DCB36623CA}" type="pres">
      <dgm:prSet presAssocID="{A3999DA6-BF06-4284-8F85-6863D52C64E3}" presName="child3group" presStyleCnt="0"/>
      <dgm:spPr/>
    </dgm:pt>
    <dgm:pt modelId="{8D95CDAE-8B9F-415F-B69B-59AF489689A1}" type="pres">
      <dgm:prSet presAssocID="{A3999DA6-BF06-4284-8F85-6863D52C64E3}" presName="child3" presStyleLbl="bgAcc1" presStyleIdx="2" presStyleCnt="4" custScaleX="139949" custLinFactNeighborX="21899" custLinFactNeighborY="-1292"/>
      <dgm:spPr/>
      <dgm:t>
        <a:bodyPr/>
        <a:lstStyle/>
        <a:p>
          <a:endParaRPr lang="en-US"/>
        </a:p>
      </dgm:t>
    </dgm:pt>
    <dgm:pt modelId="{FBB18C68-7AE1-42F7-B80D-4F99590D7D6F}" type="pres">
      <dgm:prSet presAssocID="{A3999DA6-BF06-4284-8F85-6863D52C64E3}" presName="child3Text" presStyleLbl="bgAcc1" presStyleIdx="2" presStyleCnt="4">
        <dgm:presLayoutVars>
          <dgm:bulletEnabled val="1"/>
        </dgm:presLayoutVars>
      </dgm:prSet>
      <dgm:spPr/>
      <dgm:t>
        <a:bodyPr/>
        <a:lstStyle/>
        <a:p>
          <a:endParaRPr lang="en-US"/>
        </a:p>
      </dgm:t>
    </dgm:pt>
    <dgm:pt modelId="{4F9A7D24-D2F1-456B-881F-8078AFF63507}" type="pres">
      <dgm:prSet presAssocID="{A3999DA6-BF06-4284-8F85-6863D52C64E3}" presName="child4group" presStyleCnt="0"/>
      <dgm:spPr/>
    </dgm:pt>
    <dgm:pt modelId="{07C435C4-BF1B-411B-BCDE-839BECAB76FF}" type="pres">
      <dgm:prSet presAssocID="{A3999DA6-BF06-4284-8F85-6863D52C64E3}" presName="child4" presStyleLbl="bgAcc1" presStyleIdx="3" presStyleCnt="4" custScaleX="121032" custLinFactNeighborX="-11356" custLinFactNeighborY="-1292"/>
      <dgm:spPr/>
      <dgm:t>
        <a:bodyPr/>
        <a:lstStyle/>
        <a:p>
          <a:endParaRPr lang="en-US"/>
        </a:p>
      </dgm:t>
    </dgm:pt>
    <dgm:pt modelId="{F2231D3A-CB77-4C2D-9344-815E8A85B574}" type="pres">
      <dgm:prSet presAssocID="{A3999DA6-BF06-4284-8F85-6863D52C64E3}" presName="child4Text" presStyleLbl="bgAcc1" presStyleIdx="3" presStyleCnt="4">
        <dgm:presLayoutVars>
          <dgm:bulletEnabled val="1"/>
        </dgm:presLayoutVars>
      </dgm:prSet>
      <dgm:spPr/>
      <dgm:t>
        <a:bodyPr/>
        <a:lstStyle/>
        <a:p>
          <a:endParaRPr lang="en-US"/>
        </a:p>
      </dgm:t>
    </dgm:pt>
    <dgm:pt modelId="{B59D617B-74EE-45EF-9380-9CD05004087D}" type="pres">
      <dgm:prSet presAssocID="{A3999DA6-BF06-4284-8F85-6863D52C64E3}" presName="childPlaceholder" presStyleCnt="0"/>
      <dgm:spPr/>
    </dgm:pt>
    <dgm:pt modelId="{19A40797-8956-4E81-B521-1CB4120B5CE7}" type="pres">
      <dgm:prSet presAssocID="{A3999DA6-BF06-4284-8F85-6863D52C64E3}" presName="circle" presStyleCnt="0"/>
      <dgm:spPr/>
    </dgm:pt>
    <dgm:pt modelId="{60160759-FF38-45A2-98C2-F246DC7BD4C6}" type="pres">
      <dgm:prSet presAssocID="{A3999DA6-BF06-4284-8F85-6863D52C64E3}" presName="quadrant1" presStyleLbl="node1" presStyleIdx="0" presStyleCnt="4" custScaleX="106870" custScaleY="107841" custLinFactNeighborX="-1884" custLinFactNeighborY="-1884">
        <dgm:presLayoutVars>
          <dgm:chMax val="1"/>
          <dgm:bulletEnabled val="1"/>
        </dgm:presLayoutVars>
      </dgm:prSet>
      <dgm:spPr/>
      <dgm:t>
        <a:bodyPr/>
        <a:lstStyle/>
        <a:p>
          <a:endParaRPr lang="en-US"/>
        </a:p>
      </dgm:t>
    </dgm:pt>
    <dgm:pt modelId="{6690BB2D-99CD-43FB-A6AE-A8196ABBCAE5}" type="pres">
      <dgm:prSet presAssocID="{A3999DA6-BF06-4284-8F85-6863D52C64E3}" presName="quadrant2" presStyleLbl="node1" presStyleIdx="1" presStyleCnt="4" custScaleX="108618" custScaleY="109099" custLinFactNeighborX="5024" custLinFactNeighborY="-1883">
        <dgm:presLayoutVars>
          <dgm:chMax val="1"/>
          <dgm:bulletEnabled val="1"/>
        </dgm:presLayoutVars>
      </dgm:prSet>
      <dgm:spPr/>
      <dgm:t>
        <a:bodyPr/>
        <a:lstStyle/>
        <a:p>
          <a:endParaRPr lang="en-US"/>
        </a:p>
      </dgm:t>
    </dgm:pt>
    <dgm:pt modelId="{E14A1DFA-182B-42A3-A98C-BC86A3906B17}" type="pres">
      <dgm:prSet presAssocID="{A3999DA6-BF06-4284-8F85-6863D52C64E3}" presName="quadrant3" presStyleLbl="node1" presStyleIdx="2" presStyleCnt="4" custScaleX="108618" custScaleY="106093" custLinFactNeighborX="5024" custLinFactNeighborY="4396">
        <dgm:presLayoutVars>
          <dgm:chMax val="1"/>
          <dgm:bulletEnabled val="1"/>
        </dgm:presLayoutVars>
      </dgm:prSet>
      <dgm:spPr/>
      <dgm:t>
        <a:bodyPr/>
        <a:lstStyle/>
        <a:p>
          <a:endParaRPr lang="en-US"/>
        </a:p>
      </dgm:t>
    </dgm:pt>
    <dgm:pt modelId="{13A679E3-D8E1-4A01-965B-0BAF1F3E1ED9}" type="pres">
      <dgm:prSet presAssocID="{A3999DA6-BF06-4284-8F85-6863D52C64E3}" presName="quadrant4" presStyleLbl="node1" presStyleIdx="3" presStyleCnt="4" custScaleX="106629" custScaleY="106150" custLinFactNeighborX="-1884" custLinFactNeighborY="4396">
        <dgm:presLayoutVars>
          <dgm:chMax val="1"/>
          <dgm:bulletEnabled val="1"/>
        </dgm:presLayoutVars>
      </dgm:prSet>
      <dgm:spPr/>
      <dgm:t>
        <a:bodyPr/>
        <a:lstStyle/>
        <a:p>
          <a:endParaRPr lang="en-US"/>
        </a:p>
      </dgm:t>
    </dgm:pt>
    <dgm:pt modelId="{BC366042-DF29-4446-9B9C-4DBFEBB41DB7}" type="pres">
      <dgm:prSet presAssocID="{A3999DA6-BF06-4284-8F85-6863D52C64E3}" presName="quadrantPlaceholder" presStyleCnt="0"/>
      <dgm:spPr/>
    </dgm:pt>
    <dgm:pt modelId="{FD7E78B6-BDBB-4192-BFD6-E632CE463ADA}" type="pres">
      <dgm:prSet presAssocID="{A3999DA6-BF06-4284-8F85-6863D52C64E3}" presName="center1" presStyleLbl="fgShp" presStyleIdx="0" presStyleCnt="2"/>
      <dgm:spPr/>
    </dgm:pt>
    <dgm:pt modelId="{F4872EB5-061F-43D1-9733-C328D4BFC856}" type="pres">
      <dgm:prSet presAssocID="{A3999DA6-BF06-4284-8F85-6863D52C64E3}" presName="center2" presStyleLbl="fgShp" presStyleIdx="1" presStyleCnt="2"/>
      <dgm:spPr/>
    </dgm:pt>
  </dgm:ptLst>
  <dgm:cxnLst>
    <dgm:cxn modelId="{4374AEBF-559D-4672-B8FF-D44FAF96F17E}" type="presOf" srcId="{4F8C456E-96E1-45CC-8CC3-8D6E8408658E}" destId="{5EC82CFD-6266-4236-92AF-9F0DFFCED7F2}" srcOrd="1" destOrd="0" presId="urn:microsoft.com/office/officeart/2005/8/layout/cycle4"/>
    <dgm:cxn modelId="{F8EC415B-8189-4309-B8D7-5963D1CBA468}" type="presOf" srcId="{D85489D7-9A84-4E02-8A06-B31CF0B35EC7}" destId="{988923C9-893E-4AE2-B06A-F162C6E51BA6}" srcOrd="0" destOrd="2" presId="urn:microsoft.com/office/officeart/2005/8/layout/cycle4"/>
    <dgm:cxn modelId="{C5656953-9E21-4FA2-AD4D-4B0060EB9ADC}" type="presOf" srcId="{F89B34DE-D3A0-4B83-BD35-06B8139272D9}" destId="{60160759-FF38-45A2-98C2-F246DC7BD4C6}" srcOrd="0" destOrd="0" presId="urn:microsoft.com/office/officeart/2005/8/layout/cycle4"/>
    <dgm:cxn modelId="{FB4E6EC1-96CC-4FD0-806A-F622AE512C07}" srcId="{F390BDD6-F55F-402D-BF65-983CB0468747}" destId="{2F7C5B1F-2A9A-476C-BDF9-4E8A3107D093}" srcOrd="1" destOrd="0" parTransId="{0DBDA954-8C13-4B4B-9216-CBC7E4550CAF}" sibTransId="{AA8FF225-0511-415D-A229-F69FC6E56F2B}"/>
    <dgm:cxn modelId="{93D07624-DD03-42CA-8A26-BC3E166D846C}" type="presOf" srcId="{621C55DB-4A4A-4CA3-876C-CF3E879A3B98}" destId="{4A1E54F8-5E41-470F-876D-809393673895}" srcOrd="1" destOrd="1" presId="urn:microsoft.com/office/officeart/2005/8/layout/cycle4"/>
    <dgm:cxn modelId="{80BFEE22-18FD-49AC-A93C-AE1B1AA38D6F}" type="presOf" srcId="{D85489D7-9A84-4E02-8A06-B31CF0B35EC7}" destId="{4A1E54F8-5E41-470F-876D-809393673895}" srcOrd="1" destOrd="2" presId="urn:microsoft.com/office/officeart/2005/8/layout/cycle4"/>
    <dgm:cxn modelId="{1DDB42D2-0346-4AC1-A198-C612A64EC46A}" type="presOf" srcId="{62C6D035-C0C2-47C3-B936-3F352D8C34BE}" destId="{988923C9-893E-4AE2-B06A-F162C6E51BA6}" srcOrd="0" destOrd="4" presId="urn:microsoft.com/office/officeart/2005/8/layout/cycle4"/>
    <dgm:cxn modelId="{563E9732-1032-4F81-8641-D191D0AFF8B9}" type="presOf" srcId="{0BD1478B-884B-485C-AB86-CCDCAFD71A16}" destId="{FBB18C68-7AE1-42F7-B80D-4F99590D7D6F}" srcOrd="1" destOrd="0" presId="urn:microsoft.com/office/officeart/2005/8/layout/cycle4"/>
    <dgm:cxn modelId="{B7DA9037-38B0-4BC8-B075-FB8E2E91D204}" type="presOf" srcId="{4F8C456E-96E1-45CC-8CC3-8D6E8408658E}" destId="{8101FCF6-F6D0-430D-80D4-F1C7B66DA1AB}" srcOrd="0" destOrd="0" presId="urn:microsoft.com/office/officeart/2005/8/layout/cycle4"/>
    <dgm:cxn modelId="{66BC4630-38BA-4416-B54C-EFBD87188652}" srcId="{AF4AA9C0-8631-477C-9A52-4778ADD11C67}" destId="{FB067253-B5A1-46D4-AEAF-7DD99B908A4D}" srcOrd="0" destOrd="0" parTransId="{98F59BCF-4ABB-4C5B-AEFD-71FB91636476}" sibTransId="{45456988-9DD5-4DAE-8048-3C3FD182F982}"/>
    <dgm:cxn modelId="{C718138A-C6F5-42D8-A8A3-64025C3D9727}" srcId="{9E187CA8-5C6E-4B0F-A14E-58D455CCE362}" destId="{4F8C456E-96E1-45CC-8CC3-8D6E8408658E}" srcOrd="0" destOrd="0" parTransId="{F3E0B1B9-B741-47AD-9AFF-5CD1456DCA88}" sibTransId="{880D3429-3536-4458-AD9E-69BC4F05DD55}"/>
    <dgm:cxn modelId="{D2B74920-3BE8-4278-9F5F-7EDD975FCA8F}" type="presOf" srcId="{AF4AA9C0-8631-477C-9A52-4778ADD11C67}" destId="{13A679E3-D8E1-4A01-965B-0BAF1F3E1ED9}" srcOrd="0" destOrd="0" presId="urn:microsoft.com/office/officeart/2005/8/layout/cycle4"/>
    <dgm:cxn modelId="{98127C22-4B5A-4105-815A-3270AC75A215}" type="presOf" srcId="{EDB9CEF7-776B-4E8C-A101-C802A9E40BC8}" destId="{07C435C4-BF1B-411B-BCDE-839BECAB76FF}" srcOrd="0" destOrd="2" presId="urn:microsoft.com/office/officeart/2005/8/layout/cycle4"/>
    <dgm:cxn modelId="{7D51CBC0-9A09-42B3-8F8B-E68EC348400C}" type="presOf" srcId="{0BD1478B-884B-485C-AB86-CCDCAFD71A16}" destId="{8D95CDAE-8B9F-415F-B69B-59AF489689A1}" srcOrd="0" destOrd="0" presId="urn:microsoft.com/office/officeart/2005/8/layout/cycle4"/>
    <dgm:cxn modelId="{D674F048-1160-41B0-AB21-1B484614CC6D}" type="presOf" srcId="{FB067253-B5A1-46D4-AEAF-7DD99B908A4D}" destId="{F2231D3A-CB77-4C2D-9344-815E8A85B574}" srcOrd="1" destOrd="0" presId="urn:microsoft.com/office/officeart/2005/8/layout/cycle4"/>
    <dgm:cxn modelId="{5ACC1709-1FF1-4B46-809E-E04B38327060}" srcId="{CFFDBAA2-74B0-4610-9FC5-A9A3FA9E8EF1}" destId="{621C55DB-4A4A-4CA3-876C-CF3E879A3B98}" srcOrd="0" destOrd="0" parTransId="{3415661B-6E0A-4F7D-83F4-E0DE23A8A53B}" sibTransId="{5084EC69-433F-4321-8043-489E9720E113}"/>
    <dgm:cxn modelId="{CE00EFBA-406F-4EC1-BF3D-144ADA7BF4A0}" type="presOf" srcId="{DBB8D54D-B1EA-4EC8-A898-09F491D91D94}" destId="{4A1E54F8-5E41-470F-876D-809393673895}" srcOrd="1" destOrd="6" presId="urn:microsoft.com/office/officeart/2005/8/layout/cycle4"/>
    <dgm:cxn modelId="{45144CFC-694F-4D70-A0BF-EAB593EFFA39}" srcId="{CFFDBAA2-74B0-4610-9FC5-A9A3FA9E8EF1}" destId="{D7DD7CEA-41F9-428E-B2DB-A5B74A61164C}" srcOrd="2" destOrd="0" parTransId="{5C26B03E-4683-4343-A026-0ED3590AA151}" sibTransId="{2C28F945-1666-47D8-B7A3-05795BA479EC}"/>
    <dgm:cxn modelId="{70B378E4-AD88-4724-86DB-A50060805093}" srcId="{AF4AA9C0-8631-477C-9A52-4778ADD11C67}" destId="{4BC471FC-32EC-4516-BAE6-FB1DEB174C49}" srcOrd="1" destOrd="0" parTransId="{5BA4CA88-972B-4672-92A1-C03C8AD17A89}" sibTransId="{076AD31C-55F1-43EC-BD05-61FECA5CAA73}"/>
    <dgm:cxn modelId="{DB065566-97D7-4CE2-9018-C472851B6F53}" srcId="{A3999DA6-BF06-4284-8F85-6863D52C64E3}" destId="{F390BDD6-F55F-402D-BF65-983CB0468747}" srcOrd="2" destOrd="0" parTransId="{C1FBEDD1-A2A9-46C6-89E2-97DDCAD0A60F}" sibTransId="{3DC33DDC-F85A-462C-8603-62CF0CEE5562}"/>
    <dgm:cxn modelId="{522E7D10-5A67-4EFA-ADD5-E8E9EF59D4B1}" type="presOf" srcId="{1D0D39CD-0A39-4F22-BB97-7D5351CABC8E}" destId="{8D95CDAE-8B9F-415F-B69B-59AF489689A1}" srcOrd="0" destOrd="2" presId="urn:microsoft.com/office/officeart/2005/8/layout/cycle4"/>
    <dgm:cxn modelId="{3F892D7B-5039-4938-96DE-7F38DCA2C74A}" type="presOf" srcId="{4BC471FC-32EC-4516-BAE6-FB1DEB174C49}" destId="{07C435C4-BF1B-411B-BCDE-839BECAB76FF}" srcOrd="0" destOrd="1" presId="urn:microsoft.com/office/officeart/2005/8/layout/cycle4"/>
    <dgm:cxn modelId="{F19D4CDD-727E-4344-BF1A-DAFDCB2F4D05}" type="presOf" srcId="{2F7C5B1F-2A9A-476C-BDF9-4E8A3107D093}" destId="{8D95CDAE-8B9F-415F-B69B-59AF489689A1}" srcOrd="0" destOrd="1" presId="urn:microsoft.com/office/officeart/2005/8/layout/cycle4"/>
    <dgm:cxn modelId="{6FFEAD29-7F9E-420E-B8A7-5406751EF5A3}" type="presOf" srcId="{A3999DA6-BF06-4284-8F85-6863D52C64E3}" destId="{C812D62C-150A-4ECA-A0C6-206CD4DD5D70}" srcOrd="0" destOrd="0" presId="urn:microsoft.com/office/officeart/2005/8/layout/cycle4"/>
    <dgm:cxn modelId="{C165D1D2-4324-41F7-B955-3DE691D252D3}" type="presOf" srcId="{F2EF50B5-2456-4A75-B05A-EFC880BEA3E6}" destId="{5EC82CFD-6266-4236-92AF-9F0DFFCED7F2}" srcOrd="1" destOrd="1" presId="urn:microsoft.com/office/officeart/2005/8/layout/cycle4"/>
    <dgm:cxn modelId="{35C16AF5-C1C1-4986-A18C-55595A1AD3BC}" srcId="{A3999DA6-BF06-4284-8F85-6863D52C64E3}" destId="{F89B34DE-D3A0-4B83-BD35-06B8139272D9}" srcOrd="0" destOrd="0" parTransId="{F18513DF-4CAC-4780-89DE-4B81E22B46EB}" sibTransId="{171D650F-7582-440A-9758-A759962201DF}"/>
    <dgm:cxn modelId="{040D194E-169F-404D-9AFB-DCCEA3894589}" type="presOf" srcId="{D7DD7CEA-41F9-428E-B2DB-A5B74A61164C}" destId="{988923C9-893E-4AE2-B06A-F162C6E51BA6}" srcOrd="0" destOrd="3" presId="urn:microsoft.com/office/officeart/2005/8/layout/cycle4"/>
    <dgm:cxn modelId="{5565CC2A-7687-4B27-B30B-18786ACADCC0}" type="presOf" srcId="{2F7C5B1F-2A9A-476C-BDF9-4E8A3107D093}" destId="{FBB18C68-7AE1-42F7-B80D-4F99590D7D6F}" srcOrd="1" destOrd="1" presId="urn:microsoft.com/office/officeart/2005/8/layout/cycle4"/>
    <dgm:cxn modelId="{52335F4C-C95A-4A02-ABC3-230C3C1B678A}" type="presOf" srcId="{DBB8D54D-B1EA-4EC8-A898-09F491D91D94}" destId="{988923C9-893E-4AE2-B06A-F162C6E51BA6}" srcOrd="0" destOrd="6" presId="urn:microsoft.com/office/officeart/2005/8/layout/cycle4"/>
    <dgm:cxn modelId="{376B11ED-F28D-4A4A-8E43-B6419D268F03}" srcId="{F89B34DE-D3A0-4B83-BD35-06B8139272D9}" destId="{DBB8D54D-B1EA-4EC8-A898-09F491D91D94}" srcOrd="2" destOrd="0" parTransId="{09F7FD44-3C19-4BBD-86AE-DD7D612A6D5B}" sibTransId="{0F7FEE20-4BAB-41B8-AB2D-7DBED0AD0EA1}"/>
    <dgm:cxn modelId="{3C44BFC4-D7ED-4A48-8BA6-18AB35B03136}" type="presOf" srcId="{F2EF50B5-2456-4A75-B05A-EFC880BEA3E6}" destId="{8101FCF6-F6D0-430D-80D4-F1C7B66DA1AB}" srcOrd="0" destOrd="1" presId="urn:microsoft.com/office/officeart/2005/8/layout/cycle4"/>
    <dgm:cxn modelId="{67B87848-C6A5-4DAE-BC56-B200E316B691}" type="presOf" srcId="{4BC471FC-32EC-4516-BAE6-FB1DEB174C49}" destId="{F2231D3A-CB77-4C2D-9344-815E8A85B574}" srcOrd="1" destOrd="1" presId="urn:microsoft.com/office/officeart/2005/8/layout/cycle4"/>
    <dgm:cxn modelId="{7FD36728-4600-4C4C-9DCC-D6D2E449DE2C}" srcId="{AF4AA9C0-8631-477C-9A52-4778ADD11C67}" destId="{EDB9CEF7-776B-4E8C-A101-C802A9E40BC8}" srcOrd="2" destOrd="0" parTransId="{80D20787-A102-4136-AF55-8A449D5303D5}" sibTransId="{2751FAD1-0A4E-4119-9A8F-5B22C98CA596}"/>
    <dgm:cxn modelId="{3F2BC45A-7066-444E-9835-E1691EB5E72D}" srcId="{F390BDD6-F55F-402D-BF65-983CB0468747}" destId="{0BD1478B-884B-485C-AB86-CCDCAFD71A16}" srcOrd="0" destOrd="0" parTransId="{619B9C9E-266F-4B48-BC74-7590FB024723}" sibTransId="{310708FD-3614-4EB8-9A92-205B5CFB9AD6}"/>
    <dgm:cxn modelId="{234F1038-D9CD-46D6-8D96-38C39B3F9E92}" type="presOf" srcId="{F390BDD6-F55F-402D-BF65-983CB0468747}" destId="{E14A1DFA-182B-42A3-A98C-BC86A3906B17}" srcOrd="0" destOrd="0" presId="urn:microsoft.com/office/officeart/2005/8/layout/cycle4"/>
    <dgm:cxn modelId="{AA065596-401F-4A42-8BA6-AFFE9D85C7EA}" type="presOf" srcId="{EDB9CEF7-776B-4E8C-A101-C802A9E40BC8}" destId="{F2231D3A-CB77-4C2D-9344-815E8A85B574}" srcOrd="1" destOrd="2" presId="urn:microsoft.com/office/officeart/2005/8/layout/cycle4"/>
    <dgm:cxn modelId="{6CFF4941-719F-4594-8D5E-0C791D31B4CE}" type="presOf" srcId="{62C6D035-C0C2-47C3-B936-3F352D8C34BE}" destId="{4A1E54F8-5E41-470F-876D-809393673895}" srcOrd="1" destOrd="4" presId="urn:microsoft.com/office/officeart/2005/8/layout/cycle4"/>
    <dgm:cxn modelId="{EBA5B83C-4B60-406A-974A-130D8DE2CFB5}" srcId="{CFFDBAA2-74B0-4610-9FC5-A9A3FA9E8EF1}" destId="{62C6D035-C0C2-47C3-B936-3F352D8C34BE}" srcOrd="3" destOrd="0" parTransId="{1534DB50-2B7C-42FC-BFC0-B6E445D94C36}" sibTransId="{CF106E50-488E-4927-AF6E-A4EF7A4BC80D}"/>
    <dgm:cxn modelId="{9C887CB7-FFDD-4A2C-A3AF-B45A3023E4BD}" srcId="{F89B34DE-D3A0-4B83-BD35-06B8139272D9}" destId="{CFFDBAA2-74B0-4610-9FC5-A9A3FA9E8EF1}" srcOrd="0" destOrd="0" parTransId="{EA75B02C-71C0-4D12-9C5B-A091A11EF758}" sibTransId="{E12A45CD-C578-4890-B457-C055B3231B6E}"/>
    <dgm:cxn modelId="{047D76CF-17A8-4B3E-A3A7-347EF581620A}" srcId="{F390BDD6-F55F-402D-BF65-983CB0468747}" destId="{1D0D39CD-0A39-4F22-BB97-7D5351CABC8E}" srcOrd="2" destOrd="0" parTransId="{D100D28A-EEFA-4951-B75A-088A7FCEF6D0}" sibTransId="{C70FB784-F13A-4874-89D8-34941A582B0B}"/>
    <dgm:cxn modelId="{38D71A66-E530-47BD-8EB3-411145457037}" type="presOf" srcId="{D7DD7CEA-41F9-428E-B2DB-A5B74A61164C}" destId="{4A1E54F8-5E41-470F-876D-809393673895}" srcOrd="1" destOrd="3" presId="urn:microsoft.com/office/officeart/2005/8/layout/cycle4"/>
    <dgm:cxn modelId="{562DE4D1-E215-4833-9C07-074D42B7C93F}" srcId="{CFFDBAA2-74B0-4610-9FC5-A9A3FA9E8EF1}" destId="{D85489D7-9A84-4E02-8A06-B31CF0B35EC7}" srcOrd="1" destOrd="0" parTransId="{156AC80F-6FAD-43A8-9006-ABD3978AFE6D}" sibTransId="{BE9646C1-DC2A-44D9-ACA5-2183E8A26320}"/>
    <dgm:cxn modelId="{5116159A-4D42-4390-A47B-7AE6F5D0A8AD}" srcId="{A3999DA6-BF06-4284-8F85-6863D52C64E3}" destId="{AF4AA9C0-8631-477C-9A52-4778ADD11C67}" srcOrd="3" destOrd="0" parTransId="{3A3604CE-8E41-44D8-AEBF-4726CE0B294D}" sibTransId="{ACE201A5-7496-4A41-BD74-0127F3E249FF}"/>
    <dgm:cxn modelId="{2F38E15E-3871-4A37-9179-FBD3E262AFD6}" type="presOf" srcId="{1D0D39CD-0A39-4F22-BB97-7D5351CABC8E}" destId="{FBB18C68-7AE1-42F7-B80D-4F99590D7D6F}" srcOrd="1" destOrd="2" presId="urn:microsoft.com/office/officeart/2005/8/layout/cycle4"/>
    <dgm:cxn modelId="{4D597066-8C89-4230-8233-C06434E886F6}" type="presOf" srcId="{A510EBC5-F4F9-4649-AC9B-68D13A70797A}" destId="{4A1E54F8-5E41-470F-876D-809393673895}" srcOrd="1" destOrd="5" presId="urn:microsoft.com/office/officeart/2005/8/layout/cycle4"/>
    <dgm:cxn modelId="{735C8DA3-A79C-4021-BA63-0038F3D00137}" type="presOf" srcId="{CFFDBAA2-74B0-4610-9FC5-A9A3FA9E8EF1}" destId="{4A1E54F8-5E41-470F-876D-809393673895}" srcOrd="1" destOrd="0" presId="urn:microsoft.com/office/officeart/2005/8/layout/cycle4"/>
    <dgm:cxn modelId="{FB5A33CB-E8EB-4559-86F2-84F053898868}" type="presOf" srcId="{621C55DB-4A4A-4CA3-876C-CF3E879A3B98}" destId="{988923C9-893E-4AE2-B06A-F162C6E51BA6}" srcOrd="0" destOrd="1" presId="urn:microsoft.com/office/officeart/2005/8/layout/cycle4"/>
    <dgm:cxn modelId="{6F691C17-5A9A-4262-9928-BFBC7DBF173A}" type="presOf" srcId="{FB067253-B5A1-46D4-AEAF-7DD99B908A4D}" destId="{07C435C4-BF1B-411B-BCDE-839BECAB76FF}" srcOrd="0" destOrd="0" presId="urn:microsoft.com/office/officeart/2005/8/layout/cycle4"/>
    <dgm:cxn modelId="{3BD264F9-D0BE-4B0B-AB88-AD3B90BC2215}" type="presOf" srcId="{9E187CA8-5C6E-4B0F-A14E-58D455CCE362}" destId="{6690BB2D-99CD-43FB-A6AE-A8196ABBCAE5}" srcOrd="0" destOrd="0" presId="urn:microsoft.com/office/officeart/2005/8/layout/cycle4"/>
    <dgm:cxn modelId="{475C8B99-808E-4535-BB86-6D0928CED20B}" type="presOf" srcId="{A510EBC5-F4F9-4649-AC9B-68D13A70797A}" destId="{988923C9-893E-4AE2-B06A-F162C6E51BA6}" srcOrd="0" destOrd="5" presId="urn:microsoft.com/office/officeart/2005/8/layout/cycle4"/>
    <dgm:cxn modelId="{ABF8BF75-8449-4FD4-B581-6610CD3C5406}" srcId="{9E187CA8-5C6E-4B0F-A14E-58D455CCE362}" destId="{F2EF50B5-2456-4A75-B05A-EFC880BEA3E6}" srcOrd="1" destOrd="0" parTransId="{C5F650CA-879B-4B7F-9658-C365BA6FD6C5}" sibTransId="{716CB6DB-9E46-4E96-B6F8-CA27E76789C2}"/>
    <dgm:cxn modelId="{78509229-E4B5-47C4-939F-ACBD55B0BDCE}" type="presOf" srcId="{CFFDBAA2-74B0-4610-9FC5-A9A3FA9E8EF1}" destId="{988923C9-893E-4AE2-B06A-F162C6E51BA6}" srcOrd="0" destOrd="0" presId="urn:microsoft.com/office/officeart/2005/8/layout/cycle4"/>
    <dgm:cxn modelId="{9383C248-BF9C-4138-9BED-5EA6339E298F}" srcId="{A3999DA6-BF06-4284-8F85-6863D52C64E3}" destId="{9E187CA8-5C6E-4B0F-A14E-58D455CCE362}" srcOrd="1" destOrd="0" parTransId="{BFF2D6E0-0427-46AE-876F-5F15DF2D8012}" sibTransId="{35F74B57-E32E-45F0-AA2D-2B260CD2DDA1}"/>
    <dgm:cxn modelId="{88C8614F-3711-420D-A1A6-0D591FBB2A4D}" srcId="{F89B34DE-D3A0-4B83-BD35-06B8139272D9}" destId="{A510EBC5-F4F9-4649-AC9B-68D13A70797A}" srcOrd="1" destOrd="0" parTransId="{B3BBF18B-9456-468B-8001-AEB577D2EC37}" sibTransId="{F62876AE-47F8-47C0-AD67-287286ECD5B6}"/>
    <dgm:cxn modelId="{8BDA3BD1-4A66-48A3-B5A9-217243C9FBCC}" type="presParOf" srcId="{C812D62C-150A-4ECA-A0C6-206CD4DD5D70}" destId="{EE261902-157F-421F-BF5D-5DF27FBD0F7C}" srcOrd="0" destOrd="0" presId="urn:microsoft.com/office/officeart/2005/8/layout/cycle4"/>
    <dgm:cxn modelId="{918C2A85-42FF-4D0A-A493-22A7FB4033AC}" type="presParOf" srcId="{EE261902-157F-421F-BF5D-5DF27FBD0F7C}" destId="{8B1B505A-7A32-4071-AF77-13EE47BD45A2}" srcOrd="0" destOrd="0" presId="urn:microsoft.com/office/officeart/2005/8/layout/cycle4"/>
    <dgm:cxn modelId="{1E995E64-1457-4DA9-B2D0-7C0AE6837A6D}" type="presParOf" srcId="{8B1B505A-7A32-4071-AF77-13EE47BD45A2}" destId="{988923C9-893E-4AE2-B06A-F162C6E51BA6}" srcOrd="0" destOrd="0" presId="urn:microsoft.com/office/officeart/2005/8/layout/cycle4"/>
    <dgm:cxn modelId="{BD1DC607-DD15-47F7-A579-D8C3D5E36130}" type="presParOf" srcId="{8B1B505A-7A32-4071-AF77-13EE47BD45A2}" destId="{4A1E54F8-5E41-470F-876D-809393673895}" srcOrd="1" destOrd="0" presId="urn:microsoft.com/office/officeart/2005/8/layout/cycle4"/>
    <dgm:cxn modelId="{379D00FE-4ED7-487B-83D5-9107511E1E9B}" type="presParOf" srcId="{EE261902-157F-421F-BF5D-5DF27FBD0F7C}" destId="{C3B27603-5EA9-43CE-8B3E-38429A605C61}" srcOrd="1" destOrd="0" presId="urn:microsoft.com/office/officeart/2005/8/layout/cycle4"/>
    <dgm:cxn modelId="{4F5956E8-31AF-4884-ADC8-B19A088A38CA}" type="presParOf" srcId="{C3B27603-5EA9-43CE-8B3E-38429A605C61}" destId="{8101FCF6-F6D0-430D-80D4-F1C7B66DA1AB}" srcOrd="0" destOrd="0" presId="urn:microsoft.com/office/officeart/2005/8/layout/cycle4"/>
    <dgm:cxn modelId="{876EC859-1042-493B-969D-31750CB1895B}" type="presParOf" srcId="{C3B27603-5EA9-43CE-8B3E-38429A605C61}" destId="{5EC82CFD-6266-4236-92AF-9F0DFFCED7F2}" srcOrd="1" destOrd="0" presId="urn:microsoft.com/office/officeart/2005/8/layout/cycle4"/>
    <dgm:cxn modelId="{76CD9206-3DB3-4671-941C-93E3414D8F7A}" type="presParOf" srcId="{EE261902-157F-421F-BF5D-5DF27FBD0F7C}" destId="{D7467905-27DA-492D-8B41-07DCB36623CA}" srcOrd="2" destOrd="0" presId="urn:microsoft.com/office/officeart/2005/8/layout/cycle4"/>
    <dgm:cxn modelId="{B9EFA996-0EF5-4AC6-B17A-38A874427005}" type="presParOf" srcId="{D7467905-27DA-492D-8B41-07DCB36623CA}" destId="{8D95CDAE-8B9F-415F-B69B-59AF489689A1}" srcOrd="0" destOrd="0" presId="urn:microsoft.com/office/officeart/2005/8/layout/cycle4"/>
    <dgm:cxn modelId="{50F7D20F-D60C-4F20-B88F-4B86CA6E9292}" type="presParOf" srcId="{D7467905-27DA-492D-8B41-07DCB36623CA}" destId="{FBB18C68-7AE1-42F7-B80D-4F99590D7D6F}" srcOrd="1" destOrd="0" presId="urn:microsoft.com/office/officeart/2005/8/layout/cycle4"/>
    <dgm:cxn modelId="{8347D8E6-D7E4-4FFB-ABFB-3A965A45A39D}" type="presParOf" srcId="{EE261902-157F-421F-BF5D-5DF27FBD0F7C}" destId="{4F9A7D24-D2F1-456B-881F-8078AFF63507}" srcOrd="3" destOrd="0" presId="urn:microsoft.com/office/officeart/2005/8/layout/cycle4"/>
    <dgm:cxn modelId="{17DF818C-C117-43AC-A1CE-548247954CC7}" type="presParOf" srcId="{4F9A7D24-D2F1-456B-881F-8078AFF63507}" destId="{07C435C4-BF1B-411B-BCDE-839BECAB76FF}" srcOrd="0" destOrd="0" presId="urn:microsoft.com/office/officeart/2005/8/layout/cycle4"/>
    <dgm:cxn modelId="{2575075D-E8EC-45F4-AC26-C04820A750DF}" type="presParOf" srcId="{4F9A7D24-D2F1-456B-881F-8078AFF63507}" destId="{F2231D3A-CB77-4C2D-9344-815E8A85B574}" srcOrd="1" destOrd="0" presId="urn:microsoft.com/office/officeart/2005/8/layout/cycle4"/>
    <dgm:cxn modelId="{1F81B607-DD5C-4216-8E3A-CFC4595B2A1C}" type="presParOf" srcId="{EE261902-157F-421F-BF5D-5DF27FBD0F7C}" destId="{B59D617B-74EE-45EF-9380-9CD05004087D}" srcOrd="4" destOrd="0" presId="urn:microsoft.com/office/officeart/2005/8/layout/cycle4"/>
    <dgm:cxn modelId="{736166CD-4114-49E8-BD19-65A78936DF57}" type="presParOf" srcId="{C812D62C-150A-4ECA-A0C6-206CD4DD5D70}" destId="{19A40797-8956-4E81-B521-1CB4120B5CE7}" srcOrd="1" destOrd="0" presId="urn:microsoft.com/office/officeart/2005/8/layout/cycle4"/>
    <dgm:cxn modelId="{3E469CE1-C06E-4EAA-81D2-12172A9D3153}" type="presParOf" srcId="{19A40797-8956-4E81-B521-1CB4120B5CE7}" destId="{60160759-FF38-45A2-98C2-F246DC7BD4C6}" srcOrd="0" destOrd="0" presId="urn:microsoft.com/office/officeart/2005/8/layout/cycle4"/>
    <dgm:cxn modelId="{2D94E869-B72F-4692-B5EC-AB3DE35F86AE}" type="presParOf" srcId="{19A40797-8956-4E81-B521-1CB4120B5CE7}" destId="{6690BB2D-99CD-43FB-A6AE-A8196ABBCAE5}" srcOrd="1" destOrd="0" presId="urn:microsoft.com/office/officeart/2005/8/layout/cycle4"/>
    <dgm:cxn modelId="{203DC18B-44FA-4D13-9643-4572F00177D9}" type="presParOf" srcId="{19A40797-8956-4E81-B521-1CB4120B5CE7}" destId="{E14A1DFA-182B-42A3-A98C-BC86A3906B17}" srcOrd="2" destOrd="0" presId="urn:microsoft.com/office/officeart/2005/8/layout/cycle4"/>
    <dgm:cxn modelId="{9954759F-EFAA-4F92-824D-446DFFAC572F}" type="presParOf" srcId="{19A40797-8956-4E81-B521-1CB4120B5CE7}" destId="{13A679E3-D8E1-4A01-965B-0BAF1F3E1ED9}" srcOrd="3" destOrd="0" presId="urn:microsoft.com/office/officeart/2005/8/layout/cycle4"/>
    <dgm:cxn modelId="{A3A3BC95-5724-41B7-BFAC-DF566D76E7E4}" type="presParOf" srcId="{19A40797-8956-4E81-B521-1CB4120B5CE7}" destId="{BC366042-DF29-4446-9B9C-4DBFEBB41DB7}" srcOrd="4" destOrd="0" presId="urn:microsoft.com/office/officeart/2005/8/layout/cycle4"/>
    <dgm:cxn modelId="{4C7F8F03-A0CF-408F-8BC1-AAB1A33AF784}" type="presParOf" srcId="{C812D62C-150A-4ECA-A0C6-206CD4DD5D70}" destId="{FD7E78B6-BDBB-4192-BFD6-E632CE463ADA}" srcOrd="2" destOrd="0" presId="urn:microsoft.com/office/officeart/2005/8/layout/cycle4"/>
    <dgm:cxn modelId="{0C7383BA-C353-4A2D-A84D-5AA102D976E5}" type="presParOf" srcId="{C812D62C-150A-4ECA-A0C6-206CD4DD5D70}" destId="{F4872EB5-061F-43D1-9733-C328D4BFC856}"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5CDAE-8B9F-415F-B69B-59AF489689A1}">
      <dsp:nvSpPr>
        <dsp:cNvPr id="0" name=""/>
        <dsp:cNvSpPr/>
      </dsp:nvSpPr>
      <dsp:spPr>
        <a:xfrm>
          <a:off x="6001720" y="2990746"/>
          <a:ext cx="3059257" cy="141601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Sitka Text" pitchFamily="2" charset="0"/>
            </a:rPr>
            <a:t>Classification</a:t>
          </a:r>
          <a:endParaRPr lang="en-US" sz="1800" kern="1200" dirty="0">
            <a:latin typeface="Sitka Text" pitchFamily="2" charset="0"/>
          </a:endParaRPr>
        </a:p>
        <a:p>
          <a:pPr marL="171450" lvl="1" indent="-171450" algn="l" defTabSz="800100">
            <a:lnSpc>
              <a:spcPct val="90000"/>
            </a:lnSpc>
            <a:spcBef>
              <a:spcPct val="0"/>
            </a:spcBef>
            <a:spcAft>
              <a:spcPct val="15000"/>
            </a:spcAft>
            <a:buChar char="••"/>
          </a:pPr>
          <a:r>
            <a:rPr lang="en-US" sz="1800" kern="1200" dirty="0" smtClean="0">
              <a:latin typeface="Sitka Text" pitchFamily="2" charset="0"/>
            </a:rPr>
            <a:t>Detection</a:t>
          </a:r>
          <a:endParaRPr lang="en-US" sz="1800" kern="1200" dirty="0">
            <a:latin typeface="Sitka Text" pitchFamily="2" charset="0"/>
          </a:endParaRPr>
        </a:p>
        <a:p>
          <a:pPr marL="171450" lvl="1" indent="-171450" algn="l" defTabSz="800100">
            <a:lnSpc>
              <a:spcPct val="90000"/>
            </a:lnSpc>
            <a:spcBef>
              <a:spcPct val="0"/>
            </a:spcBef>
            <a:spcAft>
              <a:spcPct val="15000"/>
            </a:spcAft>
            <a:buChar char="••"/>
          </a:pPr>
          <a:r>
            <a:rPr lang="en-US" sz="1800" kern="1200" dirty="0" smtClean="0">
              <a:latin typeface="Sitka Text" pitchFamily="2" charset="0"/>
            </a:rPr>
            <a:t>Reasoning</a:t>
          </a:r>
          <a:endParaRPr lang="en-US" sz="1800" kern="1200" dirty="0">
            <a:latin typeface="Sitka Text" pitchFamily="2" charset="0"/>
          </a:endParaRPr>
        </a:p>
      </dsp:txBody>
      <dsp:txXfrm>
        <a:off x="6950603" y="3375856"/>
        <a:ext cx="2079270" cy="999804"/>
      </dsp:txXfrm>
    </dsp:sp>
    <dsp:sp modelId="{07C435C4-BF1B-411B-BCDE-839BECAB76FF}">
      <dsp:nvSpPr>
        <dsp:cNvPr id="0" name=""/>
        <dsp:cNvSpPr/>
      </dsp:nvSpPr>
      <dsp:spPr>
        <a:xfrm>
          <a:off x="1914935" y="2990746"/>
          <a:ext cx="2645735" cy="141601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Sitka Text" pitchFamily="2" charset="0"/>
            </a:rPr>
            <a:t>Denoising</a:t>
          </a:r>
          <a:endParaRPr lang="en-US" sz="1800" kern="1200" dirty="0">
            <a:latin typeface="Sitka Text" pitchFamily="2" charset="0"/>
          </a:endParaRPr>
        </a:p>
        <a:p>
          <a:pPr marL="171450" lvl="1" indent="-171450" algn="l" defTabSz="800100">
            <a:lnSpc>
              <a:spcPct val="90000"/>
            </a:lnSpc>
            <a:spcBef>
              <a:spcPct val="0"/>
            </a:spcBef>
            <a:spcAft>
              <a:spcPct val="15000"/>
            </a:spcAft>
            <a:buChar char="••"/>
          </a:pPr>
          <a:r>
            <a:rPr lang="en-US" sz="1800" kern="1200" dirty="0" smtClean="0">
              <a:latin typeface="Sitka Text" pitchFamily="2" charset="0"/>
            </a:rPr>
            <a:t>Segmentation</a:t>
          </a:r>
          <a:endParaRPr lang="en-US" sz="1800" kern="1200" dirty="0">
            <a:latin typeface="Sitka Text" pitchFamily="2" charset="0"/>
          </a:endParaRPr>
        </a:p>
        <a:p>
          <a:pPr marL="171450" lvl="1" indent="-171450" algn="l" defTabSz="800100">
            <a:lnSpc>
              <a:spcPct val="90000"/>
            </a:lnSpc>
            <a:spcBef>
              <a:spcPct val="0"/>
            </a:spcBef>
            <a:spcAft>
              <a:spcPct val="15000"/>
            </a:spcAft>
            <a:buChar char="••"/>
          </a:pPr>
          <a:r>
            <a:rPr lang="en-US" sz="1800" kern="1200" dirty="0" smtClean="0">
              <a:latin typeface="Sitka Text" pitchFamily="2" charset="0"/>
            </a:rPr>
            <a:t>Enhancement</a:t>
          </a:r>
          <a:endParaRPr lang="en-US" sz="1800" kern="1200" dirty="0">
            <a:latin typeface="Sitka Text" pitchFamily="2" charset="0"/>
          </a:endParaRPr>
        </a:p>
      </dsp:txBody>
      <dsp:txXfrm>
        <a:off x="1946040" y="3375856"/>
        <a:ext cx="1789804" cy="999804"/>
      </dsp:txXfrm>
    </dsp:sp>
    <dsp:sp modelId="{8101FCF6-F6D0-430D-80D4-F1C7B66DA1AB}">
      <dsp:nvSpPr>
        <dsp:cNvPr id="0" name=""/>
        <dsp:cNvSpPr/>
      </dsp:nvSpPr>
      <dsp:spPr>
        <a:xfrm>
          <a:off x="6039942" y="0"/>
          <a:ext cx="2933716" cy="141601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Sitka Text" pitchFamily="2" charset="0"/>
            </a:rPr>
            <a:t>Image formation</a:t>
          </a:r>
          <a:endParaRPr lang="en-US" sz="1800" kern="1200" dirty="0">
            <a:latin typeface="Sitka Text" pitchFamily="2" charset="0"/>
          </a:endParaRPr>
        </a:p>
        <a:p>
          <a:pPr marL="171450" lvl="1" indent="-171450" algn="l" defTabSz="800100">
            <a:lnSpc>
              <a:spcPct val="90000"/>
            </a:lnSpc>
            <a:spcBef>
              <a:spcPct val="0"/>
            </a:spcBef>
            <a:spcAft>
              <a:spcPct val="15000"/>
            </a:spcAft>
            <a:buChar char="••"/>
          </a:pPr>
          <a:r>
            <a:rPr lang="en-US" sz="1800" kern="1200" dirty="0" smtClean="0">
              <a:latin typeface="Sitka Text" pitchFamily="2" charset="0"/>
            </a:rPr>
            <a:t>Tissue-energy Interaction</a:t>
          </a:r>
          <a:endParaRPr lang="en-US" sz="1800" kern="1200" dirty="0">
            <a:latin typeface="Sitka Text" pitchFamily="2" charset="0"/>
          </a:endParaRPr>
        </a:p>
      </dsp:txBody>
      <dsp:txXfrm>
        <a:off x="6951162" y="31105"/>
        <a:ext cx="1991391" cy="999804"/>
      </dsp:txXfrm>
    </dsp:sp>
    <dsp:sp modelId="{988923C9-893E-4AE2-B06A-F162C6E51BA6}">
      <dsp:nvSpPr>
        <dsp:cNvPr id="0" name=""/>
        <dsp:cNvSpPr/>
      </dsp:nvSpPr>
      <dsp:spPr>
        <a:xfrm>
          <a:off x="1833223" y="0"/>
          <a:ext cx="2812438" cy="141601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Sitka Text" pitchFamily="2" charset="0"/>
            </a:rPr>
            <a:t>Modalities</a:t>
          </a:r>
          <a:endParaRPr lang="en-US" sz="1800" kern="1200" dirty="0">
            <a:latin typeface="Sitka Text" pitchFamily="2" charset="0"/>
          </a:endParaRPr>
        </a:p>
        <a:p>
          <a:pPr marL="342900" lvl="2" indent="-171450" algn="l" defTabSz="711200">
            <a:lnSpc>
              <a:spcPct val="90000"/>
            </a:lnSpc>
            <a:spcBef>
              <a:spcPct val="0"/>
            </a:spcBef>
            <a:spcAft>
              <a:spcPct val="15000"/>
            </a:spcAft>
            <a:buChar char="••"/>
          </a:pPr>
          <a:r>
            <a:rPr lang="en-US" sz="1600" kern="1200" dirty="0" smtClean="0">
              <a:latin typeface="Sitka Text" pitchFamily="2" charset="0"/>
            </a:rPr>
            <a:t>X-ray, CT Scan</a:t>
          </a:r>
          <a:endParaRPr lang="en-US" sz="1600" kern="1200" dirty="0">
            <a:latin typeface="Sitka Text" pitchFamily="2" charset="0"/>
          </a:endParaRPr>
        </a:p>
        <a:p>
          <a:pPr marL="342900" lvl="2" indent="-171450" algn="l" defTabSz="711200">
            <a:lnSpc>
              <a:spcPct val="90000"/>
            </a:lnSpc>
            <a:spcBef>
              <a:spcPct val="0"/>
            </a:spcBef>
            <a:spcAft>
              <a:spcPct val="15000"/>
            </a:spcAft>
            <a:buChar char="••"/>
          </a:pPr>
          <a:r>
            <a:rPr lang="en-US" sz="1600" kern="1200" dirty="0" smtClean="0">
              <a:latin typeface="Sitka Text" pitchFamily="2" charset="0"/>
            </a:rPr>
            <a:t>MRI</a:t>
          </a:r>
          <a:endParaRPr lang="en-US" sz="1600" kern="1200" dirty="0">
            <a:latin typeface="Sitka Text" pitchFamily="2" charset="0"/>
          </a:endParaRPr>
        </a:p>
        <a:p>
          <a:pPr marL="342900" lvl="2" indent="-171450" algn="l" defTabSz="711200">
            <a:lnSpc>
              <a:spcPct val="90000"/>
            </a:lnSpc>
            <a:spcBef>
              <a:spcPct val="0"/>
            </a:spcBef>
            <a:spcAft>
              <a:spcPct val="15000"/>
            </a:spcAft>
            <a:buChar char="••"/>
          </a:pPr>
          <a:r>
            <a:rPr lang="en-US" sz="1600" kern="1200" dirty="0" smtClean="0">
              <a:latin typeface="Sitka Text" pitchFamily="2" charset="0"/>
            </a:rPr>
            <a:t>Ultrasound</a:t>
          </a:r>
          <a:endParaRPr lang="en-US" sz="1600" kern="1200" dirty="0">
            <a:latin typeface="Sitka Text" pitchFamily="2" charset="0"/>
          </a:endParaRPr>
        </a:p>
        <a:p>
          <a:pPr marL="342900" lvl="2" indent="-171450" algn="l" defTabSz="711200">
            <a:lnSpc>
              <a:spcPct val="90000"/>
            </a:lnSpc>
            <a:spcBef>
              <a:spcPct val="0"/>
            </a:spcBef>
            <a:spcAft>
              <a:spcPct val="15000"/>
            </a:spcAft>
            <a:buChar char="••"/>
          </a:pPr>
          <a:r>
            <a:rPr lang="en-US" sz="1600" kern="1200" dirty="0" smtClean="0">
              <a:latin typeface="Sitka Text" pitchFamily="2" charset="0"/>
            </a:rPr>
            <a:t>Pathology</a:t>
          </a:r>
          <a:endParaRPr lang="en-US" sz="1600" kern="1200" dirty="0">
            <a:latin typeface="Sitka Text" pitchFamily="2" charset="0"/>
          </a:endParaRPr>
        </a:p>
        <a:p>
          <a:pPr marL="114300" lvl="1" indent="-114300" algn="l" defTabSz="622300">
            <a:lnSpc>
              <a:spcPct val="90000"/>
            </a:lnSpc>
            <a:spcBef>
              <a:spcPct val="0"/>
            </a:spcBef>
            <a:spcAft>
              <a:spcPct val="15000"/>
            </a:spcAft>
            <a:buChar char="••"/>
          </a:pPr>
          <a:endParaRPr lang="en-US" sz="1400" kern="1200" dirty="0">
            <a:latin typeface="Sitka Text" pitchFamily="2" charset="0"/>
          </a:endParaRPr>
        </a:p>
        <a:p>
          <a:pPr marL="114300" lvl="1" indent="-114300" algn="l" defTabSz="622300">
            <a:lnSpc>
              <a:spcPct val="90000"/>
            </a:lnSpc>
            <a:spcBef>
              <a:spcPct val="0"/>
            </a:spcBef>
            <a:spcAft>
              <a:spcPct val="15000"/>
            </a:spcAft>
            <a:buChar char="••"/>
          </a:pPr>
          <a:endParaRPr lang="en-US" sz="1400" kern="1200" dirty="0">
            <a:latin typeface="Sitka Text" pitchFamily="2" charset="0"/>
          </a:endParaRPr>
        </a:p>
      </dsp:txBody>
      <dsp:txXfrm>
        <a:off x="1864328" y="31105"/>
        <a:ext cx="1906496" cy="999804"/>
      </dsp:txXfrm>
    </dsp:sp>
    <dsp:sp modelId="{60160759-FF38-45A2-98C2-F246DC7BD4C6}">
      <dsp:nvSpPr>
        <dsp:cNvPr id="0" name=""/>
        <dsp:cNvSpPr/>
      </dsp:nvSpPr>
      <dsp:spPr>
        <a:xfrm>
          <a:off x="3268830" y="141011"/>
          <a:ext cx="2047684" cy="2066289"/>
        </a:xfrm>
        <a:prstGeom prst="pieWedg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kern="1200" dirty="0" smtClean="0">
              <a:latin typeface="Sitka Text" pitchFamily="2" charset="0"/>
            </a:rPr>
            <a:t>Medical Imaging </a:t>
          </a:r>
          <a:endParaRPr lang="en-US" sz="1800" kern="1200" dirty="0">
            <a:latin typeface="Sitka Text" pitchFamily="2" charset="0"/>
          </a:endParaRPr>
        </a:p>
      </dsp:txBody>
      <dsp:txXfrm>
        <a:off x="3868583" y="746213"/>
        <a:ext cx="1447931" cy="1461087"/>
      </dsp:txXfrm>
    </dsp:sp>
    <dsp:sp modelId="{6690BB2D-99CD-43FB-A6AE-A8196ABBCAE5}">
      <dsp:nvSpPr>
        <dsp:cNvPr id="0" name=""/>
        <dsp:cNvSpPr/>
      </dsp:nvSpPr>
      <dsp:spPr>
        <a:xfrm rot="5400000">
          <a:off x="5384389" y="133586"/>
          <a:ext cx="2090392" cy="2081176"/>
        </a:xfrm>
        <a:prstGeom prst="pieWedg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kern="1200" dirty="0" smtClean="0">
              <a:latin typeface="Sitka Text" pitchFamily="2" charset="0"/>
            </a:rPr>
            <a:t>Physics</a:t>
          </a:r>
          <a:endParaRPr lang="en-US" sz="1800" kern="1200" dirty="0">
            <a:latin typeface="Sitka Text" pitchFamily="2" charset="0"/>
          </a:endParaRPr>
        </a:p>
      </dsp:txBody>
      <dsp:txXfrm rot="-5400000">
        <a:off x="5388997" y="741240"/>
        <a:ext cx="1471614" cy="1478130"/>
      </dsp:txXfrm>
    </dsp:sp>
    <dsp:sp modelId="{E14A1DFA-182B-42A3-A98C-BC86A3906B17}">
      <dsp:nvSpPr>
        <dsp:cNvPr id="0" name=""/>
        <dsp:cNvSpPr/>
      </dsp:nvSpPr>
      <dsp:spPr>
        <a:xfrm rot="10800000">
          <a:off x="5388997" y="2282638"/>
          <a:ext cx="2081176" cy="2032796"/>
        </a:xfrm>
        <a:prstGeom prst="pieWedg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kern="1200" dirty="0" smtClean="0">
              <a:latin typeface="Sitka Text" pitchFamily="2" charset="0"/>
            </a:rPr>
            <a:t>Machine Learning</a:t>
          </a:r>
          <a:endParaRPr lang="en-US" sz="1800" kern="1200" dirty="0">
            <a:latin typeface="Sitka Text" pitchFamily="2" charset="0"/>
          </a:endParaRPr>
        </a:p>
      </dsp:txBody>
      <dsp:txXfrm rot="10800000">
        <a:off x="5388997" y="2282638"/>
        <a:ext cx="1471614" cy="1437404"/>
      </dsp:txXfrm>
    </dsp:sp>
    <dsp:sp modelId="{13A679E3-D8E1-4A01-965B-0BAF1F3E1ED9}">
      <dsp:nvSpPr>
        <dsp:cNvPr id="0" name=""/>
        <dsp:cNvSpPr/>
      </dsp:nvSpPr>
      <dsp:spPr>
        <a:xfrm rot="16200000">
          <a:off x="3275727" y="2277503"/>
          <a:ext cx="2033888" cy="2043066"/>
        </a:xfrm>
        <a:prstGeom prst="pieWedg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kern="1200" dirty="0" smtClean="0">
              <a:latin typeface="Sitka Text" pitchFamily="2" charset="0"/>
            </a:rPr>
            <a:t>Image Processing</a:t>
          </a:r>
          <a:endParaRPr lang="en-US" sz="1800" kern="1200" dirty="0">
            <a:latin typeface="Sitka Text" pitchFamily="2" charset="0"/>
          </a:endParaRPr>
        </a:p>
      </dsp:txBody>
      <dsp:txXfrm rot="5400000">
        <a:off x="3869538" y="2282092"/>
        <a:ext cx="1444666" cy="1438176"/>
      </dsp:txXfrm>
    </dsp:sp>
    <dsp:sp modelId="{FD7E78B6-BDBB-4192-BFD6-E632CE463ADA}">
      <dsp:nvSpPr>
        <dsp:cNvPr id="0" name=""/>
        <dsp:cNvSpPr/>
      </dsp:nvSpPr>
      <dsp:spPr>
        <a:xfrm>
          <a:off x="5000273" y="1814275"/>
          <a:ext cx="661546" cy="575257"/>
        </a:xfrm>
        <a:prstGeom prst="circular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872EB5-061F-43D1-9733-C328D4BFC856}">
      <dsp:nvSpPr>
        <dsp:cNvPr id="0" name=""/>
        <dsp:cNvSpPr/>
      </dsp:nvSpPr>
      <dsp:spPr>
        <a:xfrm rot="10800000">
          <a:off x="5000273" y="2035528"/>
          <a:ext cx="661546" cy="575257"/>
        </a:xfrm>
        <a:prstGeom prst="circular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0:14:14.653"/>
    </inkml:context>
    <inkml:brush xml:id="br0">
      <inkml:brushProperty name="width" value="0.05292" units="cm"/>
      <inkml:brushProperty name="height" value="0.05292" units="cm"/>
      <inkml:brushProperty name="color" value="#0070C0"/>
    </inkml:brush>
  </inkml:definitions>
  <inkml:trace contextRef="#ctx0" brushRef="#br0">4598 16008 219 0,'0'0'10'0,"0"0"-10"15,0 0 12-15,0 0 0 0,0 0-12 16,0 0 2-16,-62 12 0 0,43 7-2 16,-2 4 0-16,2 3 0 15,0 0 1-15,0 4 0 0,1 0-1 16,3 2 1-16,2-1 0 0,-1-1-1 15,6 0 0-15,0-2 0 16,5-4 0-16,-1-3 0 0,4 0 0 0,0-5-1 16,6-1 0-16,2-6-3 0,4-2-4 15,5-2 2-15,5-4 6 0,3-1 1 16,6-4 4-16,2-5-5 0,3 0 2 16,-2-2-2-16,-3 4-1 0,1-2-1 15,-7 4 1-15,-3-1 0 0,-3 5 1 0,-6 1-2 16,-3 0 1-16,-2 5 0 0,-5 6 0 15,-2 6-1-15,-1 8-3 0,-7 9 0 0,-10 9 5 16,-3 2 0-16,-3 1 0 0,-3 1-1 0,4-9-1 16,1 2 0-16,-3-2 2 15,4-4-1 1,-2 6 1-16,0-3-1 0,3-5-1 0,3-2 0 0,5-6 2 0,2-6 4 16,6-5-4-1,3-4-1-15,4-3 0 0,10-2-11 0,9-3-7 16,16-1-3-16,2-4-38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0:33:07.637"/>
    </inkml:context>
    <inkml:brush xml:id="br0">
      <inkml:brushProperty name="width" value="0.05292" units="cm"/>
      <inkml:brushProperty name="height" value="0.05292" units="cm"/>
      <inkml:brushProperty name="color" value="#FF0000"/>
    </inkml:brush>
  </inkml:definitions>
  <inkml:trace contextRef="#ctx0" brushRef="#br0">5588 6963 264 0,'0'0'2'0,"-61"-32"-4"15,36 16 2-15,-2 2 0 0,2 2 0 0,-1 0-3 0,4 2-3 0,0-4-1 32,0 1-10-32,2 2 11 0,3 0 6 15,-1 1 0-15,0 1 14 0,2 3 9 16,3 3-1-16,4-1-3 0,3 2-9 15,4 1 0-15,2 1-2 0,0 0-4 16,0 0-4-16,6 3-2 0,5 1-1 16,5 2 3-16,6-1 0 0,7-4-2 15,7 1 0-15,8-2-4 0,6-2 3 16,4-4 2-16,9-2-1 0,5-2-3 16,4-3 3-16,7 0 0 0,4 0 0 0,3 0 2 15,4 4 0-15,-2 0 0 0,7 1 2 16,0 3-1-16,5 2 1 15,-1 1 2-15,3 2 0 0,1 0 1 0,4 0 1 16,2 0-2-16,3-2 0 0,5-2-1 16,2-2 0-16,5-4-2 15,0-1 1-15,4 0 0 0,-2 0 1 0,-1 3-2 16,-2-1 0-16,-2 6 3 0,-1-1-4 0,-1 3 1 0,0 1-1 16,-5 0 2-1,2 2 3-15,1 0-3 0,0 2 3 16,4 0-4-16,3-3 0 0,3 3-1 15,2-3 1-15,3 0 0 0,2 1 1 16,2-2 0-16,3 0-2 0,-1 0 0 0,5-2 0 0,-7 2 0 0,3-3 0 0,1 3 1 31,-4 0 0-31,2 2-1 16,3 5-1-16,-3-1 1 0,2 2 0 0,-4 0 1 16,4 1 0-16,-2 0-1 0,-2-2-1 15,1 1 1-15,-3 2 0 0,2-4 1 16,-1 2-1-16,-1-2 1 0,0 0-1 0,-1-2-1 15,1 0 1-15,-3-2 1 16,-5 1-1-16,-1-1 1 0,-4 2 2 16,-1-4-3-16,-1 1 1 0,-4 0-1 15,1 1 2-15,-5 0 1 0,-4 0 1 16,-3 1 0-16,-1-1-1 0,-5 0-2 16,-4-1-1-16,-2 1 0 0,-4-2 1 15,-3 0 0-15,-3-3 0 0,-4 1 0 16,-5-2 1-16,-3 2-2 0,-7-2 1 0,-3-2-1 15,-6 0-1-15,-4 0 1 0,-7-1 0 0,-6 1 1 0,-3-3-1 0,-7 0 0 32,-4 0 0-32,-1 2-1 0,-1-1 1 15,-4 0-5-15,-1-2-2 0,-4 1 1 0,-4-1-2 16,0 0 0 0,-2-2-2-16,-6 2-5 0,0-1-19 0,-5-6-22 15,-6 2-61-15</inkml:trace>
  <inkml:trace contextRef="#ctx0" brushRef="#br0" timeOffset="1427.9652">5661 7043 78 0,'0'0'275'0,"0"0"-270"15,0 0-5-15,0 0 2 16,0 0 1-16,0 0-3 0,0 0 0 0,12-54 0 0,1 50 0 15,3-4 1-15,8 1-1 16,6 0 0-16,7 0 1 0,11-1 0 16,8-1-1-16,8 1 0 0,7-1 1 15,6 0-1-15,9-1 0 0,3-2 0 16,11 1-2-16,9 1 0 0,3-4-4 16,9 5 5-16,7 0 1 0,8-2 1 15,8 5-1-15,8 0 2 0,7 2-2 16,10 1-2-16,3 3 2 0,5 0 0 15,3 0 1-15,5 3 1 0,7 1-2 16,2 2 3-16,2 1-3 0,4-2 3 16,0 0 3-16,1 0-6 0,-5 4 3 0,-1-1 2 15,-7-1 6-15,-1 1-4 16,-4 3-6-16,-5 0 3 0,-6 6-1 16,-7-3 2-16,-1 3-5 0,-14 0-1 15,-9 0 1-15,-10 1 1 0,-11-1 1 0,-10 1-2 16,-11-6-2-16,-8 1-5 15,-14-3-10-15,-13-1-7 0,-12 1-19 0,-16-1-20 0,-14-2 2 0,-18-2-6 16</inkml:trace>
  <inkml:trace contextRef="#ctx0" brushRef="#br0" timeOffset="1900.4322">6142 7230 355 0,'57'-13'0'16,"21"0"-2"-16,15 5 1 0,16-4 1 0,10 2 0 16,16 0 1-16,8-3-1 15,15 0 2-15,12-1 0 16,10-2 0-16,11 0-2 0,13-1-1 15,3 1 1-15,10-3 1 0,9 3 0 16,3-2-1-16,7-2 0 0,7 4 0 0,1-3 3 16,0 2-3-16,-1 1 2 0,-1 1 5 15,-5 3-1-15,0 2-4 0,-3 0 4 0,-5 3 2 16,-4-1 2 0,-9 1-4-16,-9 3-3 0,-11 2-1 15,-8 2-2-15,-17 3-1 0,-12 7 1 0,-20 2-9 16,-9 5-26-16,-23 1-28 0,-25-1-62 15</inkml:trace>
  <inkml:trace contextRef="#ctx0" brushRef="#br0" timeOffset="143200.7126">20302 8787 196 0,'0'0'283'0,"0"0"-282"0,-5-56-1 0,5 58 2 16,2 9-2-16,4 10 5 0,4 9-5 16,-4 8 15-16,2 11-2 0,-3 6 0 15,-1 10-4-15,-3 9-1 0,-1 7 2 16,-6 9 0-16,-4 0-1 0,1 2-3 16,-5-1-4-16,1-3 1 15,-1-6-2-15,3-10-1 0,2-11 0 0,2-14 2 16,1-14-2-16,4-10 1 0,0-11 0 15,2-6-1-15,0-6 0 0,0-7-18 16,1-10 5-16,3-13-6 0,6-10-39 16,-1-9-17-16,-2-13-13 0,-1-6-30 0,-2 1-72 15</inkml:trace>
  <inkml:trace contextRef="#ctx0" brushRef="#br0" timeOffset="143407.5582">20207 8757 503 0,'0'0'2'0,"-7"-60"-2"16,7 44 8-16,12 3 21 0,7-4-3 0,11-1-11 16,10 0 0-16,12-1-6 0,9 0-3 0,4 3-3 0,5 3 1 15,2-2-2 1,-3 6 0-16,0-1-2 0,-5 2 0 16,-5 0-2-16,-7 2 2 0,-8-1 0 0,-9 4-12 15,-11 3-19-15,-7 6-25 16,-13 8-18-16,-7 6-2 0,-15 8-10 15,-4-3-34-15</inkml:trace>
  <inkml:trace contextRef="#ctx0" brushRef="#br0" timeOffset="143592.5259">20208 9358 350 0,'0'0'186'0,"0"0"-186"16,0 0-4-16,0 0 4 15,57-32 11-15,-20 10 7 0,11-2-4 16,11-1-10-16,5 1-3 0,6 0 0 16,1 5-1-16,3 3-16 0,0 5-69 15,-1 6-21-15,-6-2-14 16,-10 3-34-16</inkml:trace>
  <inkml:trace contextRef="#ctx0" brushRef="#br0" timeOffset="144342.5642">21239 9160 491 0,'0'0'1'0,"0"0"-1"0,0 0 10 15,0 0 32-15,-63-35-3 0,47 35-6 16,-4 7-15-16,-5 8-13 0,-2 5-3 16,-3 3 0-16,-2 8 1 0,1 0-3 15,4 4 3-15,4 0 0 0,9 5-2 16,5-3-1-16,6 1 0 0,3-1-1 0,6-4-1 15,7-3-1-15,3-7-22 16,4-8-12-16,1-8-19 0,0-7-14 16,0-6 16-16,-1-13 23 0,-5-6 24 15,0-6 7-15,-5 1 3 0,0 3 0 16,-1 5 6-16,-4 6 22 0,-1 7 12 16,-2 7 4-16,0 4-10 0,1 9-22 0,1 6-15 15,3 5 12-15,1 5-3 16,2 2 2-16,5-3-9 0,1-2 3 0,5-5-2 15,3-4-1-15,1-3-2 0,3-6 2 16,3-6 1-16,-2 0-1 16,-1-13-1-16,1-4 3 0,-2-7-3 0,-4-6-1 15,-1-4-2-15,-5-6-1 0,-2-5 2 0,-3-6 1 16,-4-12 0-16,0-8 0 16,-3-12 0-16,1-9 0 0,-3-12-4 15,0-12 3-15,-1-3-2 0,-2-2-1 16,2 6 0-16,-2 14 2 0,1 18 2 0,0 20 0 15,-1 20-1-15,0 16 2 16,0 13 0-16,-1 9 7 0,1 5-1 16,0 4-7-16,-2 10 0 0,-4 13-1 0,-5 14 1 15,0 17 10-15,-2 14 2 16,1 13 5-16,4 10-4 0,2 12 1 0,5 4-5 16,1 2 1-16,5-4 0 15,7-10-3-15,7-10-3 0,8-12-3 16,3-15 3-16,5-10-2 0,1-9-1 15,1-7 0-15,-1-11-1 0,-7-6 0 16,-1-10 1-16,-7-8 0 0,-5-2-1 0,-3-13-2 16,-5-8-2-16,3-7 3 0,-5-8 0 15,2-6-5-15,0-7 0 0,3 6-1 16,3 2-5-16,1 13 1 0,2 12 1 16,3 8 4-16,4 9 2 0,3 5-1 0,3 8 4 0,4 9 0 0,-1 1 1 0,-4 3 0 31,-3 1 0-31,-3 2 1 15,-6 1-1-15,-9-3 1 0,-5 1-2 16,-5-1-1-16,-11-1 1 0,-9-4-2 0,-6 2 2 16,-2-3-1-16,-5-1-5 15,1-4-25-15,5-4-36 0,2-1-53 16,8-7-52-16</inkml:trace>
  <inkml:trace contextRef="#ctx0" brushRef="#br0" timeOffset="144640.3647">22350 9526 348 0,'0'0'7'0,"64"-34"-5"15,-32 14-1-15,1-3 17 0,-1 2 9 16,-5-6 0-16,-2 1 5 0,-4-3-13 16,-1-2-7-16,-6-6 0 0,-2-2 2 0,-4 1-4 15,-4-1-4-15,-4 8-2 0,-3 5-1 16,-6 7 2-16,-3 9 5 15,-5 6-2-15,-4 4-2 0,-8 9-5 0,-5 10 0 16,-3 8 0-16,-2 6 5 0,4 1-1 16,8 5 2-16,8 0 3 0,8-1 0 15,11-2 5-15,3-2-3 16,12-3-6-16,13-2-4 0,7-6 0 0,11-5 0 16,8-5 2-16,5-4-2 0,10-5-2 0,0-4-15 0,5-3-36 15,7-11-60 1,-8-2-82-16</inkml:trace>
  <inkml:trace contextRef="#ctx0" brushRef="#br0" timeOffset="145240.3826">24397 8529 559 0,'0'0'5'15,"0"0"-8"-15,0 0 3 16,0 0-7-16,0 0 7 0,0 0 2 16,55 41 19-16,-45 0-1 0,-2 12-2 0,0 8-1 15,-5 13-3-15,-3 4-2 0,0 3-3 16,-4 4 0-16,-3-3-3 0,-1-1-4 16,-1-4 2-16,4-8-3 0,-3-8 0 0,3-12 0 15,1-13-1 1,0-12-5-16,0-13 0 0,1-9-1 0,0-8-1 15,-3-13 7-15,-5-9 0 0,-1-12-4 0,-3-10-4 16,2-11 1-16,-4-13 3 0,4-7 0 16,1-13 3-1,7-9-4-15,5-13 2 0,5-5-4 0,13-1 2 16,13 9 0-16,5 16 2 0,10 21 2 16,2 20 1-16,3 21 0 0,-2 16-3 15,-1 12 2-15,1 10 0 0,-7 8-3 16,3 9 3-16,-10 7 0 0,-5 8 0 15,-13 8 1-15,-10 2 0 0,-10 8-1 16,-17 1-2-16,-14 2 0 0,-16 4 3 0,-13-2-1 16,-6 0 1-16,-11-4 5 15,3-10-1-15,3-8-4 0,10-10-3 16,18-11-18-16,13-8-31 0,18-7-23 0,15 0-7 0,16-5-14 16,9-2-43-16</inkml:trace>
  <inkml:trace contextRef="#ctx0" brushRef="#br0" timeOffset="145988.3279">25130 8864 597 0,'0'0'2'0,"0"0"-2"15,-50-24 7-15,34 26 11 16,-4 10 3-16,-7 11-6 0,-1 8 1 0,-5 9-9 0,1 5 1 0,4 4-6 31,9 1 1-31,5-2-1 0,10 0-1 0,4-4 1 16,7-7-2-16,9-6 1 0,4-3-1 15,2-10 1-15,2-4-1 16,-2-9-8-16,3-5-3 0,-5-8 1 16,5-9 4-16,-4-6 1 0,-2-9 0 0,1-5 2 15,3-5 3-15,-3-4-1 0,0 0 1 16,2 4-4-16,1 12-2 0,-6 6-2 15,0 16-1-15,-2 8-14 0,2 2-16 16,1 12-8-16,3 2-9 0,0 2 4 16,2-2 14-16,-1 2 17 0,2-5 4 0,-2-2 9 15,1-3 8-15,1-3 2 16,-2-4-2-16,-2-1 3 0,4-5 6 16,-3-3 1-16,-2-5-4 0,0-1-3 15,-2-6 2-15,-2-3 3 0,-1-2 6 0,-4-6 5 16,-6-4 5-16,-4 4-3 0,-2 1-6 15,-11 5 3-15,-6 7 0 16,-5 7 0-16,-2 6-6 0,-3 4-8 16,7 1-2-16,2 5 2 0,9 4-3 0,11 3-1 15,2 8 0-15,13 5-6 0,5 6 6 0,10 7 2 16,2 6-2-16,1 1 0 16,-1 3 5-16,-7-2-4 0,-2 0 0 15,-10-4-1-15,-7-3 1 0,-6-5-1 16,-6-4 0-16,-11-3 0 0,-4-6-1 15,0-7 1-15,4-5 1 0,2-9 1 16,7-5 9-16,1-13-1 0,4-3 4 16,3-10-6-16,10-6-5 0,5-9-3 15,7-5-2-15,3-6-11 0,9-2-13 16,2 2-8-16,3 6 10 0,-5 4 20 0,0 9-6 16,-3 8 10-16,-10 7 1 0,-3 10 7 15,-6 6 9-15,-4 5 5 16,-1 2 5-16,-3 6-11 0,-2 10-7 0,-1 7 5 15,-1 7 5-15,-1 10 1 0,-5 5-1 0,-5 2-6 16,5-1-4-16,1 1-3 16,4-1-3-16,1-3-2 0,9-5 1 15,9-5-2-15,5-7-11 0,4-12-4 0,6-10-22 16,1-6-26-16,0-14-43 16,-1-12-8-16,-7-2-56 0</inkml:trace>
  <inkml:trace contextRef="#ctx0" brushRef="#br0" timeOffset="146101.9884">26119 8502 278 0,'-26'-127'8'0,"5"87"-3"32,2 11 9-32,6 11 16 0,6 8-15 15,7 7-13-15,8 3-2 0,7 7-19 16,4 4-75-16,4 3-7 0</inkml:trace>
  <inkml:trace contextRef="#ctx0" brushRef="#br0" timeOffset="146301.2744">26465 8322 582 0,'0'0'4'0,"0"0"-4"0,0 0 8 0,0 0 2 16,0 0-2-16,7 59 15 16,0-19 7-16,1 11-5 0,2 4-5 0,-1 13-7 15,-1 3 0-15,-2 5-4 16,-1 2-3-16,-2 1-4 0,-2-1-1 15,-1 0 2-15,-3-2-3 0,-5-1-15 0,-1-9-22 16,-3-2-14-16,-2-12-38 16,-2-12-46-16,2-15-105 0</inkml:trace>
  <inkml:trace contextRef="#ctx0" brushRef="#br0" timeOffset="146620.2112">26175 9075 489 0,'0'0'0'15,"58"-70"-12"-15,-19 50 12 0,8 0 3 0,3 3 12 16,5 2 5-16,4 0-5 0,-2 3-13 16,5 0 1-16,1 1-3 15,1-3 1-15,-3 2 0 0,-2 0 0 0,-4 2-1 16,-8 0 1-16,-7 2-1 16,-11 2-3-16,-10 5 3 0,-11 1 0 15,-6 1 1-15,-2 9 3 0,-3 6-3 16,-5 4 16-16,-3 11 5 0,-5 2 4 15,2 7 1-15,0 2-7 0,3 0-2 0,3 0-1 16,5-3 2-16,3-1-5 0,1-3-3 16,9-5-7-16,-1-7-1 0,5-4-3 15,2-7 1-15,4-3 0 16,5-6-1-16,3-3-9 0,4-7-20 0,6-7-14 0,-5-7-24 0,-1-5-52 0,-7-11-47 0,-10 2-44 31</inkml:trace>
  <inkml:trace contextRef="#ctx0" brushRef="#br0" timeOffset="147183.2862">27049 8424 376 0,'0'0'66'0,"-11"-58"-65"0,13 48 1 16,9 7 10-16,7 1 14 0,5 7-9 16,5 10 5-16,6 12-3 0,2 10-6 15,0 10 3-15,-2 13 4 0,-3 8-1 16,-2 7-5-16,-5 3 5 0,-2-3-9 15,-1-3-2-15,0-13-2 0,-3-7-2 16,-1-13-1-16,-2-9-1 0,-3-10 4 16,-3-8-2-16,-1-5 2 0,-3-5 2 15,2-2 2-15,2-9 5 0,5-3 12 16,2-6-11-16,3-5-11 0,1-4-2 0,3-5-2 16,-2-7 1-16,2-2-2 15,2-4-2-15,-2 2-7 0,-4 9-13 0,-4 14-8 0,-3 11 6 0,-5 9-6 16,1 15-14-1,-1 10-28-15,5 9 3 0,2 6 29 16,2 2 9-16,2-1 0 16,-1-2 9-16,-2-7 15 0,0-7 4 15,-3-9-1-15,0-4 4 0,0-6 26 0,-1-5 16 16,1-1 17-16,4-6 4 16,6-3-18-16,1-9-22 0,1-3-9 0,0-2-5 15,-1-4-1-15,2-4 2 0,-1-2-2 16,0-5-4-16,2-3 1 0,-3-3-1 15,-4 4-2-15,-5 3 1 0,-9 8-2 16,-2 11 0-16,-3 5 7 0,-4 8 1 0,-6 5-1 16,-7 6-8-16,-5 13 0 15,-9 4-1-15,-1 11 2 0,-4 8 2 0,6 2 2 16,9 3 1-16,5-4 4 0,13 1 4 16,5-2-1-16,13-2-1 0,7-1-4 15,9-3-3-15,15-1 0 0,10-3-3 16,12-2 3-16,10-2-2 15,7-4-2-15,4-3-1 0,0-2-35 0,-2-5-19 16,-1-4-23-16,-5-7-73 0,-10-3-121 16</inkml:trace>
  <inkml:trace contextRef="#ctx0" brushRef="#br0" timeOffset="147628.4277">20422 10742 450 0,'0'0'130'15,"0"0"-130"-15,-54 91-4 0,34-38 4 0,1 7 3 16,5 1 13-16,1 6 7 0,2 0-8 0,3 0-7 31,-5 1-5-31,4-1-3 16,0 1 0-16,3-5 0 0,4-3 0 16,2-11-24-16,6-9-40 0,6-14 6 0,-1-15-61 15,9-11-55-15</inkml:trace>
  <inkml:trace contextRef="#ctx0" brushRef="#br0" timeOffset="147813.6142">20299 10556 524 0,'-8'-98'4'0,"8"69"-4"0,8 3 9 16,10 2 10-16,5 0 1 15,10 5-6-15,5-1-2 0,6 5-7 16,6 3-4-16,9 2-1 0,-1 6 0 15,4 3 0-15,0 1-4 0,-2 7-17 16,-4 8-18-16,-2 3-19 0,-4 5-26 0,-8 2-17 16,-11-1-17-16</inkml:trace>
  <inkml:trace contextRef="#ctx0" brushRef="#br0" timeOffset="148627.4238">20409 10949 515 0,'0'0'0'0,"-57"25"0"16,51-25 1-16,6 0 6 0,8 0 5 15,11 0-10-15,7 0 4 0,14 0-3 0,9 0-2 16,10 0-1-16,4-4-7 16,2 2-22-16,4-5-16 0,0 0 0 15,1-1 22-15,-1-6 3 0,3 4-5 16,-3-4 2-16,-2 3 9 0,0-2 11 0,-4 3-4 0,-4 1 7 15,-4-3-3-15,-7 2 5 0,-7-4-2 16,-6 3 8-16,-7 0-1 16,-12-3 14-16,-5 6 26 0,-9-1-2 15,-2 4-2-15,-5 1 12 0,-7 2-14 0,-6 2-18 0,-8 3-19 16,-6 8 0 0,-7 6-1-16,-6 4-3 15,1 5 3-15,0 4-3 0,3 0 4 0,5 3-4 16,4 2-1-16,8-1 1 0,4 0-2 0,8-2-5 15,4-5-14-15,7-7-15 16,2-8-15-16,9-11-11 0,5-3 4 0,5-13 13 16,5-3 29-16,1-2-10 15,2 5 26-15,-1 3 0 0,-3 6 19 16,-1 6 15-16,1 3-10 0,-1 6 7 0,0 3-10 16,1 1-8-16,-1 0-7 0,5-1-5 15,-1-2 0-15,3-2-1 0,3-1 0 16,1-6 0-16,2-1 0 15,-2-8-17-15,0-5 1 0,-2-6-3 16,-3-8-7-16,-1-8 15 0,-6-9 11 16,-3-8 0-16,-2-8 1 0,-6-9 9 0,0-10 8 15,-4-11-6-15,-2-7-4 0,-2-7 4 16,-2 1 3-16,-1 10-15 0,0 15 2 16,-5 23 0-16,-5 19 8 0,4 21 31 15,0 15 15-15,3 11-23 0,1 23-27 16,-3 11-3-16,-3 14 8 0,-1 13 4 15,3 7 0-15,3 9 2 0,2 2-8 0,1 4-4 16,1-3-1-16,6-7-1 16,3-6-2-16,5-9-1 0,8-14 0 0,2-11 0 15,3-12-3-15,5-12-9 0,-3-12-4 16,6-8-5-16,1-11 9 16,2-11-5-16,6-6-3 0,2-7 3 0,2 0-6 15,-1 5 6-15,-2 3 8 0,-4 12 9 16,-4 10-1-16,-6 5 1 0,-4 5 0 15,-7 9 2-15,-2 5 8 0,-8 5-1 16,-4 2 3-16,-7 3 5 0,-4 4-5 16,-8-2 22-16,-6 0-25 0,-5-2-4 15,-6-4 3-15,-4 0 3 16,-3-7-11-16,0-1 3 0,3-4-3 0,5-7-5 0,7-3-49 16,7-3-47-16,8-9-44 0,6-8-117 15</inkml:trace>
  <inkml:trace contextRef="#ctx0" brushRef="#br0" timeOffset="148914.1383">23007 11069 215 0,'0'0'141'0,"56"-33"-141"0,-26 16-11 15,-1-5 11-15,-4-4 5 0,0-4 10 0,-6-3 2 0,-5 0-11 31,-6-6-4-31,-4 2-2 0,-4-1 0 16,-7 3 0-16,-9 8 0 0,-4 7 0 16,-11 9 2-16,0 8 4 0,-4 4 6 15,-1 14 8-15,-3 9 7 0,0 10-2 16,5 5 6-16,4 2 2 0,9 6 1 16,9-2-6-16,11 2-3 0,5-1-6 15,9-3-7-15,12-1-3 0,2-5 0 16,12 2-4-16,7-3-1 0,12-3-1 15,8-3-3-15,13-1-1 0,7-6-45 0,10-4-33 16,8-8-106-16</inkml:trace>
  <inkml:trace contextRef="#ctx0" brushRef="#br0" timeOffset="149416.2049">24687 10251 654 0,'0'0'6'16,"-23"-58"-6"-16,21 53 1 0,2 5 3 0,0 8 1 15,0 7-2-15,1 11-3 16,-1 11 12-16,0 11-1 0,0 8-5 16,0 5 0-16,-1 1-3 0,0 5-1 0,1-2 1 15,0-2-1-15,1 2 0 0,3-5-1 16,7 0-1-16,5-5-19 15,1-5-19-15,4-10-32 0,1-11-15 0,5-13-84 16,-8-12-41-16</inkml:trace>
  <inkml:trace contextRef="#ctx0" brushRef="#br0" timeOffset="149620.6046">25008 10150 233 0,'5'-71'259'0,"0"68"-254"16,7 6 1-16,2 11 0 15,3 11 4-15,-2 7 16 0,0 12 15 16,-4 8-7-16,0 6-13 0,1 6-8 16,-6 1-7-16,2 1 1 0,-4 1-5 15,0-2-2-15,-4 0 2 0,0-5-2 16,-5-5-4-16,-3-6-24 0,0-9-23 16,-5-9-46-16,-3-13-72 0,1-13-8 15</inkml:trace>
  <inkml:trace contextRef="#ctx0" brushRef="#br0" timeOffset="150468.5402">24534 10220 588 0,'0'0'0'16,"0"0"-13"-16,66 69 11 0,-31-32 2 15,4 4 17-15,3 7-3 0,4 2 0 16,3 4-9-16,4 2-1 0,1-2-2 15,5 0 2-15,-2 2-2 0,3-4 1 16,1-2-1-16,1-6-2 0,1-5-2 16,0-7-7-16,-2-10-18 0,-4-9-6 15,-11-8-20-15,-5-5 7 0,-10-13 23 16,-5-5 5-16,-4-7 1 0,-5-8 9 0,-2-2 8 16,-1-9 1-16,-5-5 1 15,0-4 2-15,-2-4 2 0,0-1 1 16,-5 5 1-16,-2 5 9 0,-1 6-4 15,-9 10 5-15,1 6 2 0,-5 5 4 0,-6 7-6 16,-5 6-5-16,-6 4-6 16,-4 8-2-16,-6 9-1 0,-5 8-2 15,-1 8 3-15,2 3-3 0,6 6-1 16,7 4 0-16,10 1 2 0,8 4-3 16,9-1 0-16,7 4-3 0,11-5 3 0,9 0 0 15,8 1 0-15,7-10 0 0,8-4 0 16,6-4-6-16,3-9-12 0,7-2-8 0,0-12-4 0,4-2-6 0,1-4 8 31,1-10 4-31,-1-2-8 0,-1-6 1 16,-1-5 7-16,-6 0 3 15,-3-6-1-15,-6-1 5 0,-6-5 4 0,-5 1 13 16,-7-3 3-16,-6 0-1 0,-3 0 16 16,-10 1 8-16,2 1 2 0,-7 5 6 15,-4 2 1-15,-3 7 4 0,-7 1-1 16,-2 5 2-16,-9 4-4 0,-2 5-10 15,-3 4-11-15,-7 3-8 0,-2 10 2 0,-3 3-4 16,-2 6-2-16,4 6-3 16,2 2 2-16,7 2-1 0,6 1-1 0,6 1 0 15,8 0 0-15,4-2-3 16,9-1-15-16,8-4-7 0,8-2-6 16,7-5-8-16,9-3-16 0,3-7-7 15,-6-3-55-15,-4-1 87 0,-15 1 30 0,-5 8 5 16,-3 4 22-16,-4 12 0 15,-4 9 0-15,-3 12-6 0,0 10 1 16,-6 8-13-16,-5 4 16 0,2 3-12 16,-4 0-8-16,1 2-5 0,-4-1 0 15,-3 1 0-15,-3-6 0 0,-8-4 0 16,-6-9-2-16,-3-7 2 0,-4-7 3 0,-1-11 12 16,5-9 17-16,4-11 13 15,7-9-14-15,9-5 15 0,8-14-27 16,10-9-1-16,2-9 0 0,12-16-15 0,13-8-3 15,9-18-3-15,11-13-20 0,7-8-15 16,6-8-13-16,8 3-28 0,6 4 11 0,1 10 23 16,3 13-76-16,-4 9 70 15,0 12 13-15,-7 4 12 0,-11 8-46 16</inkml:trace>
  <inkml:trace contextRef="#ctx0" brushRef="#br0" timeOffset="150732.5787">27051 10458 129 0,'0'0'123'0,"0"0"-117"0,-29-53 2 0,10 46 10 0,-6 5-8 0,-6 2-2 0,-3 4-3 32,-2 9 1-32,-2 4-4 0,3 4 0 15,1 6 0-15,5 5-2 0,2 2 0 16,7 3-2-16,2 3 2 0,6-3-2 0,4-4-6 16,5-7-15-16,4-8-28 0,11-10 11 15,4-7 13-15,7-1 24 0,3-7 3 16,3 3 3-16,-1 2 10 0,1 2 23 15,-1 5 11-15,0 2-6 16,2 3-10-16,0-1-12 0,-1-1-8 16,4 1-8-16,-1-2-2 0,1 0 1 0,-1-4-2 15,0 2-5-15,3-5-20 0,-3 0-20 16,3-7-23-16,0-3 2 0,0-7 4 16,2-4-1-16</inkml:trace>
  <inkml:trace contextRef="#ctx0" brushRef="#br0" timeOffset="150934.5643">27448 10587 51 0,'23'-54'46'16,"-2"-5"-5"-16,-2-3 3 0,-2-3 3 15,-2 3 1-15,-1 5-12 0,-6 8 15 0,-5 10-40 16,-3 11 59-16,-4 6 10 16,-3 6-25-16,2 4-20 0,4 7-8 0,1 4 1 0,0 1-7 0,0 9-11 31,-2 9-1-31,2 6-8 0,-2 11 2 0,2 8 6 0,0 6 6 16,4 4-3-16,1 2-3 15,-2 3-4-15,2 0-2 0,-2 5-2 16,0-4-1-16,-1 7 2 0,-2-2-2 0,0-1-2 15,0-3-45-15,-3-9 4 16,1-7-59-16,-4-15-86 16,2-15-42-16</inkml:trace>
  <inkml:trace contextRef="#ctx0" brushRef="#br0" timeOffset="151210.3329">27361 10499 446 0,'0'0'0'15,"57"-56"-39"-15,-17 46 14 0,3 0 25 0,5 2 1 16,3 1 0-16,1 1 1 0,0 3-2 16,-1 0-5-16,1-1-10 0,2 2 6 15,-3-2 3-15,-4 1-17 0,-6 0 11 0,-10-1 6 0,-8 1 6 16,-9 1 2 0,-5 2 6-16,-5 0 16 15,-4 8 0-15,0 5-9 0,-1 7 9 0,-6 8 8 0,-2 3-4 0,-2 4 5 31,0 1-7-31,0-2 2 0,1 0-6 0,5-5-3 16,3-2-12-16,2-2-1 0,1-5-5 16,8 2 0-16,5-9-1 0,5-3-29 15,9-9-24-15,6-4-70 0,0-10-92 16</inkml:trace>
  <inkml:trace contextRef="#ctx0" brushRef="#br0" timeOffset="151792.3431">28141 9990 452 0,'-14'-55'0'16,"12"42"-23"-16,2 7 18 0,1 6 4 0,8 4-1 0,3 12-7 0,7 9 9 0,1 6 1 31,6 8-1-31,-1 4 0 16,1 8 1-16,-1 5 10 0,-2-1 4 15,0 3 8-15,1-3 4 0,0-1-1 16,1-6 0-16,4-5-3 0,0-5 2 0,2-9-7 15,-3-6 2-15,0-7-10 16,0-8 6-16,-3-5-4 0,-2-3-1 0,-3-7-1 0,1-7-3 16,-1-4-1-1,-1-4-1-15,-1-4-2 0,0-5-2 16,0-2 0-16,-2-2 0 0,2 0-1 0,-1 3-8 16,-2 7-17-16,1 6-20 15,-5 12-15-15,-1 7-37 0,-1 13-6 0,-5 7-9 16,-1 3 38-16,-1 6 24 15,2 4 8-15,2-4 7 0,3 1 34 0,4-3 1 0,1-6 44 16,2-3 0-16,0-5 7 16,0-4-2-16,1-5-1 0,2-4-15 15,3 0-4-15,2-8 1 16,0-5-5-16,4-2-4 0,2-6-5 0,3-1 1 16,-2-2 3-16,-3-6-11 0,0 0-3 15,-4-2-2-15,-3 1 2 0,-12 4 1 16,-2 2-1-16,-7 5 2 0,-6 2 5 0,-3 9 4 15,-7 5-6-15,-5 4-6 16,-6 4-2-16,-3 8 1 0,-6 6-1 16,0 7 3-16,0 2 6 0,3 3-1 15,5 3 4-15,11 1 1 0,6-1-3 16,10 1-2-16,5 3-5 0,11-3-3 0,12-1 1 16,9 1 1-16,11-2-1 0,16-2-1 15,8-1 0-15,12-1-2 0,8-6-1 16,4 1-16-16,6-7-20 15,5 1-13-15,7-6-36 0,4-4-51 0,2-7-82 16</inkml:trace>
  <inkml:trace contextRef="#ctx0" brushRef="#br0" timeOffset="255224.3455">4410 11214 221 0,'0'0'0'0,"0"0"-22"0,0 0 22 0,0 0 0 0,0 0-1 16,0 0-4-16,0 0 5 16,0 0 5-16,-1-6 2 0,5 6-4 0,8 0 8 15,-2 0-1-15,8 3-1 16,3-2 0-16,0-1-1 0,7 2-4 16,2-2 1-16,3 0-4 0,5-2 0 15,2 1 0-15,7 1-1 16,2-3 0-16,3 3 1 0,3-1-1 0,3 0 1 15,2 1-1-15,-1-2 0 0,3 0 2 16,1-2-2-16,-1 0 0 16,3 0 0-16,0-3 1 0,2 0-1 0,5 2-1 15,-2-1 1-15,6 1 0 0,-1-1 0 16,3 1 1-16,-1 0-1 0,2 1 3 16,1-1 0-16,0-1 1 0,-2 1 2 15,-1 1-1-15,2-2 0 0,3 2-2 16,-1 0 2-16,3 1-2 0,1 1 2 0,4-1 0 0,2 1 0 0,0-2 1 15,2 1-1 1,-1-3 1-16,-2 3-1 0,4-1 5 16,-2 2 2-16,3-3-5 15,0 3 4-15,-2-4 1 0,-2 3-2 0,-4 0-2 16,-4 0 0-16,-3-2-1 0,-5 1 1 16,-2 0-4-16,-2 0 1 0,-1-1 3 15,-2 1-2-15,-4 2 2 0,-5 0-2 16,-7 2-3-16,-2-1 1 0,-8 1 2 15,-6 0-5-15,-6-1 2 16,-6 1-1-16,-4-1 1 0,-10 0-1 0,-2 1-1 16,-6-2 0-16,-2 1 0 0,0 1-1 0,-3 1 0 15,-8 7-10-15,-7-2-68 16,-6-5-43-16,0-1-130 0</inkml:trace>
  <inkml:trace contextRef="#ctx0" brushRef="#br0" timeOffset="256041.2124">9787 10523 429 0,'0'0'1'0,"0"0"-1"16,0 0 3-16,0 0 29 0,0 0 17 15,0 0-10-15,0 0 2 0,0 0-14 16,0 0-9-16,-4-41-11 16,23 37-4-16,11 0 0 0,9 1-1 0,8 1-2 0,6 1 0 15,7 1 0-15,3 0 0 16,1-1 0-16,0-1 0 0,-4-1 0 16,-2 1-1-16,-9-1-17 0,-5 0-11 15,-9-1-10-15,-10-2-10 0,-13-1-6 16,-8-2 5-16,-5-4 12 0,-11-2 6 15,-5 1-6-15,-2 1 30 0,-5-2 8 16,2 5 1-16,3 1 0 0,1 3 2 0,3 1 8 16,7 3 3-16,5 0 7 15,3 1 6-15,3 1 5 0,5 0-12 0,7 0-18 16,5 0 0-16,3 6-2 0,4 4 3 0,3 3 0 16,-6 8-1-1,-4 4 0-15,-7 8-2 0,-9 9 0 16,-7 7-3-16,-14 5 1 0,-10 11-5 0,-16 4-30 15,-6 2-19-15,-8-3-33 0</inkml:trace>
  <inkml:trace contextRef="#ctx0" brushRef="#br0" timeOffset="256775.9816">11080 10125 323 0,'0'0'3'0,"19"-51"-3"0,-10 39 7 0,1 2 15 16,-4 2 9-1,-1 4 3-15,1 1-3 0,-3 3-7 0,0 0-11 16,-1 6-10-16,3 6-2 15,1 7 7-15,-3 4 4 0,-1 8 4 16,-2 7-1-16,0 7-1 0,0 4-2 0,-4 5-5 16,0 2-3-16,-1 2-1 15,3-3-1-15,2-3 0 0,0-4 0 0,7-2-1 16,-1-7 0-16,6-3 2 0,-1-5-3 16,1-5 0-16,4-4 2 0,3-5-2 15,1-2 2-15,4-5-1 0,0-2 1 16,4-4 0-16,2-4-2 0,0-3 3 15,3-7-3-15,-3-4 2 0,2-3-2 0,-3-3-1 16,0-2-5-16,-4-6 3 16,-1-3 0-16,-5 1-1 0,-3-6 1 15,-3 1-5-15,-5-1 1 0,0 0 2 16,-4 4 0-16,-4 0 3 0,0 8 2 16,-3 5 0-16,-7 4 0 0,4 4-3 15,-5 3-1-15,3 3-4 0,-3 2 6 0,-1 1 2 16,3 2 0-16,-4 7 0 15,-2 4 4-15,2 8-4 0,-2 4 2 0,3 2 2 16,-2 5 0-16,2 5 1 0,3-3 0 16,0 0 2-16,7 1-1 0,2-1-1 15,7-3-3-15,6-5 2 0,5-1-2 0,1-11 2 16,7-1 0 0,4-3-2-16,4-4 2 0,3-2-4 15,3-2-1-15,3 0-31 0,0-2-20 0,1-3-33 0,1-1-20 0,-8 0-33 31</inkml:trace>
  <inkml:trace contextRef="#ctx0" brushRef="#br0" timeOffset="257305.1489">12011 10765 253 0,'0'0'183'15,"0"0"-177"-15,0 0 5 16,0 0 31-16,0 0 2 0,7-53-27 15,9 30-11-15,1-3-3 0,4-5 1 0,1 0-1 16,-2-4-2-16,-1-3 0 0,0-1 0 16,-4-1 0-16,1 8-1 0,-8 1 1 15,-2 7-1-15,-6 9-1 0,0 3 1 16,-6 5 0-16,-1 0-1 0,0 4 1 16,-1 0 1-16,2 0 1 0,0 3 0 15,2 1 0-15,2 6-2 0,2 4-2 16,0 4-3-16,7 0 2 0,2 7 2 15,6 1 1-15,1 4 2 0,2-2 0 16,1 5 0-16,2 1 0 0,0-3 1 0,-3 0-3 16,-3-3 4-16,-2 1-3 15,-4-4 0-15,3-3-1 0,-6-5 2 16,2-3-2-16,-3-3 4 0,-2-3-4 0,1-5 2 16,-2 0 1-16,1 0 0 0,0 0 2 15,0-5 0-15,1-4 20 0,4-6-18 16,-2-1-4-16,0-6-2 0,0-6 1 15,-3-6-1-15,-1-4 0 0,1-3-1 16,0 2-2-16,1 5-7 0,1 7 0 16,-2 9 4-16,2 7 5 15,0 4 0-15,-1 4 0 0,2 3-4 0,4 2-1 16,0 6 1-16,1 3 2 0,4 3-1 16,-1 6 2-16,1 3 0 0,-4 1 0 15,-2 4-2-15,1 2 3 0,-5-1 0 16,-3 2 0-16,-2-2 0 0,-2 5-1 0,-8-2 1 15,-2 0 0-15,-3 2-7 0,-2-4-44 16,1-5-70-16,0-7-58 0</inkml:trace>
  <inkml:trace contextRef="#ctx0" brushRef="#br0" timeOffset="258806.4628">13373 10754 380 0,'0'0'3'0,"0"0"0"16,0 0 0-16,0 0 31 0,0 0 14 0,54-21-10 15,-42 13-6-15,0-5-14 0,0 1-6 16,2-2-6-16,0 1-1 0,2-2-1 0,-2-2-2 15,-1 1-1 1,-2-5 0-16,1-1 0 0,-2-5-1 16,-5-2 1-16,-1-5-1 0,-4-4-2 15,0 5-7-15,-1-2-3 0,-9 7 8 16,0 12 0-16,-2 3 0 0,-4 7 3 0,2 3-1 0,-4 3-2 16,1 3 4-16,-2 9 2 15,-1 4 5-15,0 8 2 0,2 7-2 0,4 5 1 16,2 3-1-16,5 8 0 15,3-3-2-15,4 3 0 0,3-2-4 16,7-5 0-16,7-3 0 16,5-9-1-16,6-4 1 0,4-5-1 0,4-7 3 15,5-1-3-15,0-5-1 0,3-4-3 16,-5-2-13-16,-1-5 1 0,-5-8 1 16,-6-4 8-16,-1-2 4 0,-5-5 3 15,-2-6-1-15,0-5 1 0,-2-5 0 16,-2-5 0-16,1-1 1 0,-4 1-1 15,0 3 0-15,-6 9 0 0,-3 5-1 16,-3 5 2-16,0 5-1 0,-1 1 0 16,-5 3 1-16,-2 1 0 0,1 2 5 0,-4 2 5 15,2 3-2-15,-2 3 1 0,-1 2-4 0,0 1-2 16,-1 1 0-16,-3 4 0 16,0 5-2-16,0 1 0 15,0 2 0-15,0 1 0 0,6 1 1 0,3-1 0 0,7 2-1 16,2 0-1-1,12-3 0-15,6 0-1 0,8 0 0 0,7 0 3 16,4-1 0-16,7 0 0 0,-1 4-3 16,1-1 0-16,-5 1 0 0,-3 4-2 15,-7-1-1-15,-10 3 1 0,-12-1-1 0,-8 3 1 16,-5-1-1-16,-10 1 0 16,-5 3 2-16,-8-4 0 0,1 1 1 15,1-8 0-15,4 0 0 0,4-4 5 16,4-3-1-16,7 0 2 0,2-5 1 0,4 0-5 15,6-2-2-15,6-2 0 0,10 0 3 16,10-3 0-16,8-3 1 0,7-2-3 16,1 0 1-16,2 0-2 0,-1-3-1 15,-1-3-10-15,-2-2-14 16,-4-5 3-16,-3-2-6 0,-7-6 6 0,-3-5-4 16,-7-3 0-16,-7-10 6 0,-4 3 3 15,-7-3 4-15,-4 3 5 0,-4 5 5 16,-10 3 3-16,-6 8 0 15,-4 6-4-15,-6 3-2 0,-3 5 6 0,-5 3 5 16,1 2 7-16,-1 4 3 0,4 2 2 16,5 2-1-16,7 1 4 0,8 1-4 15,5 6-4-15,5 4-1 0,4 1-7 16,1 3-1-16,11-2 2 0,7 2-3 16,9-2 2-16,6-1-2 0,9 4 3 15,1-2-3-15,4 1 1 0,-2 0-1 0,0 1-1 0,-6 3 0 16,-2 2-1-16,-8-2 0 15,-2 4 0-15,-10-1 0 0,-6 3 0 16,-7-1 0-16,-5 2 0 0,-6 2 0 16,-8 0-2-16,-7-2 1 0,0-1 1 15,1-6 1-15,2-1 2 0,6-7 4 16,3-2-5-16,4-3 6 0,5-3-7 16,0 0-1-16,8-2 0 0,5 1 0 15,8-2 2-15,6-2 1 0,10-4 2 16,-1-2-3-16,6 0-2 0,0-6 0 15,2-4-9-15,-2-2-7 0,2-6 1 0,-4-3 1 16,-1-5-1-16,-4-9 2 0,-6 2 1 16,-5-6 5-16,-7 0 4 15,-8 4 3-15,-6 1 0 0,-3 9 0 16,-2 3 0-16,-6 8 2 0,-2 8 10 16,-2 3 6-16,-3 9-6 0,-3 2-1 0,-4 2-6 15,-2 12 2-15,-4 3-2 0,2 8 2 16,-1 4 0-16,5 2-1 0,5 2 0 15,4 1-1-15,8 0 0 16,5-2-3-16,2 1 0 0,11-5-1 16,2-6-1-16,7-2 2 0,-2-5-1 0,3-4 3 15,1-5-1-15,-1-5 1 0,-3-1-4 16,-1-6 3-16,-4-5-1 0,0-5 1 16,-3-3-2-16,-1-2 1 0,-3-6 0 15,1-6-1-15,-2-2-1 0,2 0 0 16,-5 2-2-16,-1 6-10 0,-1 9-6 0,-2 10-12 15,0 8-20-15,0 8-33 0,2 12-61 16,2 4 6-16,0 1-25 0</inkml:trace>
  <inkml:trace contextRef="#ctx0" brushRef="#br0" timeOffset="259215.3827">15316 10712 176 0,'0'0'63'0,"0"0"-57"15,0 0 80-15,0 0-1 0,0 0-31 0,38-29-17 0,-25 6-15 16,5-4-11-16,-1-5-4 0,1-1 0 15,0-6-2 1,0-3 0-16,0-2-4 0,-2-2 2 16,-2 2-2-16,-2 5 0 0,-8 7-1 15,-1 8 1-15,-3 6-1 0,-1 7-1 16,-5 2 0-16,-5 4 1 0,-2 5 1 16,-7 0-1-16,-6 3 0 0,-5 8 1 15,-2 4 2-15,2 2-1 0,5 3 1 16,6 1 1-16,5-1 0 0,7-3 0 0,7-1-3 15,2-2 1-15,12 0 0 0,6 0-1 16,9-3 3-16,11 2 1 0,3-1-1 16,5-2-2-16,-1 3-1 15,-2-1 0-15,-3 1-1 0,-5 3 1 0,-7 3-1 16,-8 3 0-16,-7 2 0 0,-10 1 0 16,-7 3-4-16,-15-2-5 0,-10 2-6 15,-8-3 10-15,-2 0 5 0,1-3 0 16,8-7 0-16,12-6 5 0,9-3-4 15,8-2-1-15,8-3-2 0,13-1-1 0,13-2 3 16,15-5 5-16,13-2-4 16,9-2-1-16,9 1-8 0,6 2-19 15,7 2-26-15,7-3-42 0,4 3-39 16</inkml:trace>
  <inkml:trace contextRef="#ctx0" brushRef="#br0" timeOffset="272612.1556">4300 12457 175 0,'0'0'0'0,"0"0"0"16,0 0-10-16,0 0 10 0,0 0 2 0,0 0-1 0,0 0 2 15,-2 2 5 1,2-2 8-16,0 0-3 0,0 0 1 0,0 0 1 16,0 0 7-16,0 0 0 15,0 0 2-15,0 0-9 0,0 0-4 16,1 0-2-16,0 0-4 0,2-2-2 0,1 2-2 16,1 0 1-16,1 0-1 0,5 0-2 15,0 0 2-15,0 0-2 0,4 0 2 16,1 0-1-16,2 0 0 15,5 0 1-15,-1 0-1 0,7 2 0 0,-1-2 0 0,5 0 2 16,4 0-2-16,0 0 0 16,3-2 0-16,2-2 1 15,2 2-1-15,-1-1 0 0,3 1 0 0,-5 0 0 16,1-2-3-16,-2 3 1 0,1-1-1 16,-5 1-1-16,3 1 2 0,1-1-2 0,-2 1 3 0,4 0-1 15,-1 0 1 1,3 0 1-16,-1 0-3 0,2 0 3 15,2-2-3-15,-2 2 1 0,1 0-2 16,0-1 4-16,5 1-2 0,-1-3 1 0,1 2-1 0,3-4 2 16,-4 2 0-1,2 0 0-15,-1 0-1 0,-2 0 1 16,2 2 0-16,-2-4-1 0,2 4 1 16,0 0 0-16,-1-2 0 0,2 3 1 0,-1-3-1 15,3 2 0-15,-1-1-1 0,0 2 1 16,-1 0 0-16,0 0 0 0,0 0 0 15,1 0 0-15,-5 0 0 16,2 0 0-16,-4 0 0 0,1 0 2 0,0-2-2 16,0-1 0-16,-3 1 3 0,-1-1-1 0,2 1 0 15,-5 0 0-15,5 0-1 16,-1 2-1-16,-1-1 3 0,2 1-3 16,3 0 0-16,-2 0 0 0,4 0 3 0,1 0-3 0,-1 0 0 15,1-2 1-15,-1 0-1 16,1 1 0-16,-1-2 1 15,-1 1 0-15,1-1-1 0,-1 1 0 0,-1 0 1 16,-2 1 0-16,0 1-1 0,2-4 2 16,-1 2-2-16,0-1 0 0,-3 1 2 15,1 0-1-15,-5 0 1 16,-1-1 2-16,-3 3-2 0,-2-1 0 16,2 1 3-16,-7-2 1 0,-3 1-2 15,-2 0 1-15,-2-2 0 0,-4 2-3 16,-1-2 2-16,-1 3-1 0,-5 0-1 0,-2 0 1 15,-1 0 1-15,-2 0-4 0,-2 0 0 16,-2 0 2-16,-1 0 0 0,0 0 0 0,-1 0-2 0,0 0 0 16,0 0 2-16,0 0-2 15,-1 0-2-15,-2 0 0 16,0 3-7-16,-6 2-11 0,1-1-28 16,-2-1-34-16,-1 0-17 0</inkml:trace>
  <inkml:trace contextRef="#ctx0" brushRef="#br0" timeOffset="336761.2767">4631 13645 132 0,'0'0'1'0,"0"0"2"0,0 0-3 15,0 0 1-15,0 0 5 16,-53 3 13-16,51-3 11 0,2-3-2 15,0 3 5-15,0 0-17 0,0-2 1 16,2 2-8-16,5-1-5 0,5 0-3 0,7-1 0 16,5 0 0-16,4 1 2 0,8-2 0 15,4 3-3-15,9-3 1 16,1 3 0-16,10 0-1 0,1 0 0 16,7 0 3-16,7 3-3 0,5-3 0 15,4 0 1-15,4 0-1 0,6-3 0 16,6 0 0-16,7-4-1 0,3 1 1 15,8-1 0-15,2 0 1 0,4 1-1 16,2 1 0-16,1-1 2 0,5 0-2 16,0 2-2-16,-2 0 2 0,-1-1 0 15,-7 4 0-15,0-2 0 0,-2 2 0 16,-2 0 0-16,1 0-4 0,-4 1 4 0,-3 0 3 16,-5 0-2-16,-6-3 0 0,-5 2 1 15,-4 0 2-15,-3-1-1 0,-1 0 1 16,-4 0 2-16,-5 1 4 15,-3 1-3-15,-6 0 0 0,-5 0 0 0,-5 1-2 16,-4 3-1-16,-6-2-2 0,-3 1 0 0,-3 1-1 16,-5 0-1-16,-3-1 0 15,-2 1 1-15,-5-1-1 0,-2 1 1 16,-8 2-1-16,-2 0 0 0,-8-3 0 16,-4 2 1-16,-5 0-1 0,-5 2-4 15,-7 5-44-15,-5-5-20 0,-2-2-105 16</inkml:trace>
  <inkml:trace contextRef="#ctx0" brushRef="#br0" timeOffset="414661.2925">4511 14865 157 0,'0'0'38'0,"0"0"-35"0,0 0-6 0,0 0 3 0,0 0 0 31,0 0 6-31,-51-38 7 16,48 36 1-16,-2-2-2 0,2 2 3 15,2 1 3-15,1 1-3 0,0 0-2 0,0 0-7 16,0 0-6-16,0 0-1 0,6 0-2 16,1 0 3-16,2 0 2 0,4-3 1 15,0 1-3-15,5-2 1 0,2 3 2 16,4-1-2-16,2 2 0 15,3 0-1-15,6 0 0 0,5 0 0 0,5 0 0 16,3-2 0-16,9-1 0 0,1-1 1 16,4 0-1-16,3 1 0 0,2 0 1 15,-1 3-1-15,3-3 0 0,-4 3 0 0,1 0 0 16,0 0 0-16,2 0 0 16,4 0 0-16,2 0 0 0,25-4 0 15,1-1 0-15,6-1 0 0,1 0 0 0,-23 0 0 0,-3-3 1 16,-3 2-1-1,-2 0 0-15,3 0-1 0,0 3 0 16,-5 1 1-16,3 2 0 0,-7 1 1 16,0 0-1-16,1 4 1 0,-4 1-1 15,-1 0 2-15,0 1-2 0,-1-2 0 16,2-1 0-16,4-1-2 0,-1 1 2 16,4 0 0-16,0-2-1 0,2 3 1 15,-3 1 0-15,1 2 1 0,-2 2-1 16,0 0 0-16,-2 2 0 0,-4-1 0 15,-3-1 2-15,1 0-2 0,-1-1-2 0,0-3 1 0,-2 1 1 16,2-2 0-16,1 2 0 16,-2 1 1-16,0 0-1 15,0 0 0-15,0 1 3 0,-1-3-1 0,0 1 2 16,-1 1-3-16,0-4 2 0,-3-2-3 16,0-1 0-16,-2 0 0 0,-1 0 3 0,-1 0-2 0,-1-2 1 31,2 0 0-31,-3-2 0 0,1 1-1 0,0 0 1 15,-2-2-2-15,-1 2 1 16,0-4-1-16,-2 0 1 0,1 0-1 0,-2-2 1 16,1 0-1-16,-2-1 2 0,2-4-2 15,0 1 0-15,1-3 0 0,0-1 0 0,0-1 1 16,2-2-1-16,-2-4 0 16,1 1 1-16,-5-3 0 0,-2-1-1 15,3-1 0-15,-7-1 0 0,0-2 1 0,2-4-1 16,-5 1 0-16,-2 2 1 15,-2-3-1-15,-5 3 0 0,1-3 2 16,-6 5-2-16,0 1 0 0,-3 1 0 16,-3 5 0-16,-3 1 0 0,0 0 1 15,-5 3-1-15,0 2 0 0,-4 4 0 0,-2 1 0 16,-1 4-1-16,0 2 1 0,-3-2 0 16,-3 5 0-16,-1 1-2 0,1 0 2 15,-5 2 0-15,1 0-1 16,-1-1 1-16,-4 0 0 0,2-3 1 0,-4 1-1 15,0-3 0-15,-4-1 2 16,-6-2-1-16,-1-2-1 0,-7 1 0 0,-3-2 0 16,-8 2 0-16,-1 0 1 0,-7-1-1 15,-2 2 0-15,-9 1 0 0,-1-1 0 16,-7 2 0-16,-1-1 0 0,-1-2 0 16,-4 4 0-16,0 0 0 0,-9 0 0 15,-1-1 0-15,-5 1 1 0,-1 2-2 16,-2-3 1-16,-2 2 0 0,1 1 0 15,1-1 0-15,1 3-4 0,3-1-8 0,-1 1 6 16,0 2 1-16,0 0 3 0,-2 0-9 16,-2 1 6-16,-1 1-2 15,1 0 0-15,1-1 3 0,-1 2 2 0,-3 0 1 16,-1 1-1-16,-2 1 1 16,-1 2-2-16,0 0 0 0,-2 0 1 0,1 2 1 15,5 0 0-15,1-1-2 16,3 0 3-16,1 0 0 0,0-1-1 0,1 4 0 15,-2-5 1-15,0 4-1 0,1-1 1 16,-1-2 0-16,3 1 0 0,1-4 0 0,0 1 1 0,4-3-1 16,3-2-1-1,5 3 1-15,2-3 1 0,2 0 0 0,7-3 2 16,0-2 0-16,7 2 1 16,2-3-2-16,6 2 1 0,1 0-3 15,2-2 0-15,5 0-20 0,1 1-15 16,2-1 1-16,4 1-4 0,-1-4 8 15,6 3 5-15,2 0-6 0,4-1-1 0,4 2-12 16</inkml:trace>
  <inkml:trace contextRef="#ctx0" brushRef="#br0" timeOffset="415208.1468">4133 14825 24 0,'81'0'42'0,"8"-4"-2"15,9-4-8 1,8-5 1-16,6 0-25 0,7-1-6 16,27 3 1-16,-6 3-3 0,-19-3-83 15</inkml:trace>
  <inkml:trace contextRef="#ctx0" brushRef="#br0" timeOffset="422463.6052">11523 14351 43 0,'0'0'276'0,"0"0"-264"0,0 0-10 15,0 0-2-15,0 0 31 0,-61 14 16 0,37-14-15 16,0 0-6-16,-6-2-5 0,-4 0 0 15,-5-4-2-15,-1-2-3 0,-6 1-5 16,0-4-4-16,2 0-2 0,-3-6-1 16,-1-2-2-16,4 0 1 0,3-8-2 15,7-1 1-15,5-3 0 0,11-1-2 16,12 1 2-16,6-6-2 0,9 7 0 16,9 2 1-16,7 4-1 0,1 8 0 0,6 1-4 15,3 6-1-15,0 6 3 0,3 3 2 16,-5 1-5-16,-6 9 2 15,-1 3-3-15,-10 6 2 0,-7 1-1 16,-7 8-1-16,-4 3 3 0,-11 7 2 0,-9 3 0 16,-2 6 1-16,-8 3-1 0,-4 2 2 15,-1 3-1-15,3-7 0 0,6-3 0 16,3-8 1-16,9-5-1 0,7-4 0 16,0-4 2-16,8-1 1 0,1-4 1 15,14-3 1-15,6 1-2 0,13-6 3 16,13-5 1-16,13-1-4 0,14-3 3 15,10-2-4-15,8 0 0 0,7 0-1 16,1 0 1-16,-1 0-1 0,-3 0-1 16,-11 1 0-16,-3 1-35 0,-15-2-6 15,-11 0-42-15,-11-7-32 0,-15-2-62 16</inkml:trace>
  <inkml:trace contextRef="#ctx0" brushRef="#br0" timeOffset="422970.1515">12419 14148 307 0,'0'0'176'0,"0"0"-175"15,-1-52-1-15,1 43 16 0,1 5 24 0,-1 1-3 16,1 2-11-16,-1 1-7 0,2 3-13 16,2 5-6-16,1 8 0 0,-2 3 0 15,2 4 5-15,1 7-3 16,-2 3 2-16,-2 1 0 0,1 3-1 0,-2 0-2 15,2 2 1-15,-3-2 0 0,0 1 0 16,-4-3-1-16,2-3 0 16,1-4 1-16,1-3-2 0,0-2-17 15,0-2-20-15,3-5-28 0,2-4-31 16,-2-11-40-16,-1-1 26 0</inkml:trace>
  <inkml:trace contextRef="#ctx0" brushRef="#br0" timeOffset="423273.3754">12378 14059 410 0,'0'0'0'15,"53"-34"-4"-15,-20 33 4 0,2 1 1 16,1 4 12-16,0 5 3 0,5 2 1 16,-5 7-4-16,0 2-4 15,-1 3 0-15,-4 4 4 0,-3 2-6 0,-6 3-2 16,-5 3-4-16,-3-1 2 0,-7 0-2 15,-7 2 0-15,-8-2 0 16,-12-1 0-16,-8-2 0 0,-7-2 0 16,-5-2 4-16,-5-2-3 0,-5-2 5 0,0-4 7 15,2-3-3-15,3-3 1 0,7-4-3 16,5-3-5-16,7-3-2 0,6-3 0 0,6 0-1 16,4 0-1-16,2-3-8 0,4 0-24 15,4 0-18-15,1 0-24 16,11-3-37-16,-2-1-70 0</inkml:trace>
  <inkml:trace contextRef="#ctx0" brushRef="#br0" timeOffset="424061.4023">12953 14674 208 0,'0'0'194'15,"0"0"-193"-15,0 0-1 0,0 0 19 0,0 0 17 0,0 0-11 0,0 0-3 0,1-51-8 32,7 37-5-32,2-3 0 15,4-2 0-15,0-2-2 0,2-5-4 16,0 1-2-16,1-5 3 0,-1 0-4 16,0-2 1-16,-1-1 0 0,-1 1 0 15,-5 2 0-15,-4 2-2 0,-3 5 2 16,-2 3-1-16,0 6 0 0,-1 0 0 15,-4 5 0-15,-3 1-3 0,1 5 2 0,-4 3 1 0,-3 0 1 16,2 2-1-16,-1 4 0 16,-2 5 0-16,3 1-1 0,3-1 1 15,1 3 0-15,6 1 0 0,2-2 0 0,0 3 1 0,6-2-1 32,7 0 0-32,5-1 1 0,4-1 1 0,6 1 1 15,4-1-3-15,1 2-3 0,0 0 0 16,-1 0-2-16,-3 2-6 0,-8-1 5 15,-5 4-3-15,-3-1 2 0,-8 2-2 16,-4 0 4-16,-1 1 0 0,-7 0-5 16,-5-4 8-16,-1-1-1 15,3-4 2-15,-2-1 0 0,5-5 1 0,1 0 5 16,5-1-1-16,1 0 0 0,0-2-3 16,5-1 1-16,7-2 1 0,3 0 6 15,5-2-3-15,3-2-3 0,3-2-2 16,0 1-1-16,-2 0-9 0,5 2-6 15,-6 0-1-15,3-2-2 0,-4 0-10 0,3-1-8 16,-3 0-16-16,-4-2-22 0,-2 0-15 16,-5 1-18-16</inkml:trace>
  <inkml:trace contextRef="#ctx0" brushRef="#br0" timeOffset="425214.3207">13643 14219 406 0,'0'0'1'0,"0"0"-1"15,0 0 22-15,0 0 35 0,0 0-24 16,0 0-22-16,0 0-8 0,4 10 5 15,2 8 12-15,1 5 6 0,1-1-4 16,-2 5-6-16,2 0-3 0,-3 0-2 16,5 1-2-16,0-2-1 0,2-2-5 0,4-3 0 15,-1-4 1-15,3-3-3 0,1-4 1 16,-1-4 0-16,2 0 1 16,3-6-1-16,-2-3-2 0,-3-5-1 15,2-5-6-15,-4-2-2 0,1-5-4 0,-2-3 5 16,-1-5-1-16,-1-3-1 0,-3-1-1 0,2-2 3 0,0 4 5 15,-6 6-1 1,-1 5 4-16,-1 11 0 0,-2 1 0 16,-1 6 0-16,-1 1 0 15,0 0 1-15,0 7-1 0,0 5-7 0,0 9 4 16,0 2 3-16,0 6 5 0,0 1 0 16,0 2-2-16,4 0-1 15,5 0 1-15,7-4-2 0,5-2 2 16,8-4-2-16,5-1 0 0,4-5 4 0,1-3-4 15,5-4-1-15,-1-5-6 0,-1-4-10 0,-2-4-15 16,-2-7-8-16,-1-2 2 16,-5-5 5-16,-2-3 2 0,-5-5 11 15,-2-1 7-15,-5-5 6 0,-3 1 6 16,-3-2 1-16,-6 2 0 0,-3 3 1 0,-3 4 13 16,-1 7 12-16,-4 1 8 0,-4 6 0 15,0 3-8-15,-4 4-1 16,-3 3-9-16,-3 3-7 0,-5 8-6 15,-2 7-2-15,-2 2 1 0,0 7 0 0,3 0-1 16,1 1 0-16,5 0 0 16,6-1-1-16,9-5-1 0,4-1 0 0,8-3-1 0,6-1 1 15,4-5-1-15,3-3 0 16,0 0-11-16,0-6-7 0,3 1 6 16,-4-3 6-16,0 0 3 0,-1 2 4 0,-1 1 0 15,2 1 0-15,-1 5 0 16,1 4-1-16,2 11 1 0,-4 3-2 15,2 11 0-15,-7 6-1 0,-1 5 3 0,-3 6 0 16,-6 4 1-16,-2 4-1 16,-2-2 0-16,-8-1 0 0,-8 0 2 15,-7-9 1-15,-5-2-2 0,-7-7 5 16,-2-8 9-16,2-5 0 0,0-12 0 16,9-4 4-16,1-8-6 0,6-6 18 0,5-3-12 0,3-14 10 15,4-4 3-15,0-9-11 16,7-14-8-16,2-6-7 0,11-11 0 15,7-6-6-15,6-3 1 0,5 3-1 16,1 4-1-16,7 6-8 0,0 8-8 16,6 4-10-16,1 6-11 0,5 2-13 15,2 1-40-15,4 1-69 0,-4 6-219 16</inkml:trace>
  <inkml:trace contextRef="#ctx0" brushRef="#br0" timeOffset="426045.5464">15810 14300 440 0,'-19'-53'28'0,"0"32"-28"15,2 8-6-15,-1 4 6 16,1 9 30-16,-3 4-8 16,-2 11-11-16,-2 7-6 0,-2 9-3 0,0 7-1 15,1 3 3-15,5 2 2 0,8 2 1 0,3-2-2 0,9-6-2 16,0-5 0 0,13-8 1-16,3-6-2 0,4-7 3 15,3-5-3-15,2-6 3 0,0-4-1 16,3-9 2-16,1-9-4 0,-1-6 2 15,-2-9-4-15,-4-3-7 16,0-7 7-16,-5-8-1 0,3-11 0 0,-3-6-2 16,2-10-4-16,-3-5-6 0,1 0 1 15,-3 7 6-15,-1 11-37 0,-9 19 43 16,-4 14 0-16,-9 12 0 0,-2 11 0 16,5 7 1-16,3 6 8 0,1 0-2 15,-3 12-6-15,-7 9-1 0,-2 8 5 16,0 10 5-16,6 5-2 0,5 6 4 0,0 4 0 15,1 4-5-15,2 7-3 16,0-3 3-16,0 2-1 0,5-5 0 0,2-7-4 16,8-4 0-16,-2-11 1 0,4-6 0 15,1-2-2-15,0-7 2 0,3-4-3 16,-4-7 1-16,0-6-1 16,-2-5-4-16,1-4-10 0,1-7 14 0,-1-8 0 15,-1-3-5-15,0-5-5 0,-2-6 3 16,0-2 3-16,-3 1-2 0,-1 5 5 0,-5 8 1 15,-4 8 0-15,0 7 1 0,0 5 14 16,0 1 3-16,0 2-18 16,0 8-1-16,-2 3 1 0,-4 6 3 15,0 6 7-15,3 2-1 0,0 2 0 0,3 2 1 16,-1-2-2-16,1-1-1 0,0-2-2 0,1-1 0 0,6 0-1 16,2-4-4-1,-2-3 1-15,4-5 1 0,0-1-2 16,4-3-10-16,1-6-22 15,6-3-11-15,-2-6-29 0,0-12-28 16,-1-4-101-16</inkml:trace>
  <inkml:trace contextRef="#ctx0" brushRef="#br0" timeOffset="426208.6369">16190 14037 512 0,'0'0'0'0,"0"0"-14"15,0 0 14-15,0 0 11 0,0 0-1 16,0 0-10-16,0 0-9 0,0 0-13 0,11 32-20 0,9-8-2 16,3 5-28-1,0-3-52-15,3-2-76 0</inkml:trace>
  <inkml:trace contextRef="#ctx0" brushRef="#br0" timeOffset="426514.4347">16670 14269 557 0,'0'0'0'0,"-61"-9"0"0,29 9 6 15,-1 0 8-15,5 6 3 0,8 2-3 0,4 1-12 16,7 2-2-16,4 0 0 16,5 4 0-16,4-2-8 0,7 2-11 0,5 1-2 15,3-3-4-15,6 2 4 16,-3 0 3-16,1-3 1 0,-4 2-2 15,-3-1 7-15,-3 1 3 0,-3-3 4 0,-5-1 1 16,-5-3 3-16,0-1-1 0,-7 3 2 16,-6-1 0-16,-4 0 12 0,-2-1 7 15,-5 1-1-15,-1-1-1 0,-1-1-2 16,2 0-2-16,-4-1-5 16,5 0-2-16,1-2-4 0,6-1-2 0,4 0 0 15,0-2-20-15,5 0-43 0,3-1-78 16</inkml:trace>
  <inkml:trace contextRef="#ctx0" brushRef="#br0" timeOffset="427371.5082">17132 14218 406 0,'0'0'0'0,"0"0"0"15,0 0 13-15,-4-55 37 0,1 51 6 16,1 3-19-16,-4 1-16 0,0 1-13 16,-2 9-5-16,-5 4 0 0,-5 5-2 0,-6 9 3 15,1 5 0-15,-1-2 2 0,3 6 1 16,3-2-3-16,5 0 4 0,5-2-7 15,4-1 3-15,4-4-2 0,4-2-1 16,10 1-1-16,2-8 1 0,6 1 1 16,5-4 0-16,2-2-2 0,4-1 0 15,2-6-2-15,1-4 1 0,0 0-2 0,-2-3-3 0,-1-8-5 16,0-3 0 0,0-1-3-16,-2-4 3 0,-3-3 0 15,1 2 1-15,-2-4 3 0,-7-2 3 16,-1-1 1-16,-4-1-1 0,-2 0 3 15,-5 0 1-15,-2 0 0 0,-4 4 0 16,-2-2 0-16,-1 7 1 0,-5 3 1 0,-2-3 4 16,0 11 1-16,-4-1-3 0,-2 4-2 15,-4 2 0-15,-7 6-1 0,1 6 0 16,-8 2-1-16,1 4 0 0,2 1 0 16,6-2 0-16,7 3 0 0,4 0-2 15,8-1 1-15,4 1-3 0,8-5-6 16,5-3-15-16,7-5-6 0,6-5-5 15,1-2 12-15,0-10-2 0,5-1-14 16,-3-7-4-16,0-2 13 0,-5-2 15 16,0 0 14-16,-5 4 2 0,-4 2 1 15,-3 5 14-15,-1 5 18 0,-1 4 2 16,-4 2-16-16,4 8-13 0,-2 8-3 16,2 1 2-16,-2 5-2 0,4 5 4 0,-4-1 2 15,4-2 0-15,2-3-2 0,-3-1 1 16,-2-7 2-16,0-3 3 0,-5-6-3 15,-4-3 1-15,0-1 3 16,1-1 8-16,1-5 40 0,5-5-18 0,-1-5-34 0,2-3-7 0,1-3-2 31,3-5 0-31,-1 0 1 0,1-3-2 0,3 3 0 16,-2-3 0-16,-2 4-8 0,3 7-27 16,-3 6-27-16,-3 7-45 0,1 0-56 15</inkml:trace>
  <inkml:trace contextRef="#ctx0" brushRef="#br0" timeOffset="428375.3035">18019 14451 132 0,'0'0'438'0,"0"0"-438"15,0 0-1-15,0 0 1 16,0 0 7-16,0 0 5 0,0 0 0 15,0 0-6-15,7-22-5 0,2 7-1 0,-2-2 0 16,3 0-1-16,-3-2-4 16,2-1 0-16,-5-1 3 0,0-2-2 0,1 1 1 15,-4-1-2-15,-1 3 2 0,0 2 1 16,-2-1 2-16,-5 7-1 0,3 4 0 16,0 2 1-16,-4 2-1 0,3 4 1 15,0 0 0-15,-5 1-1 0,1 8 1 16,-4 2-2-16,0 4 2 0,-4 5 1 15,4 4 0-15,0 7 2 0,3 1 0 16,-4 1 3-16,6 0 1 0,2-4-2 16,5-2 1-16,1-5 1 0,5-4-4 15,5-2 3-15,5-4-2 0,2-1 1 0,2-2 1 16,8-5-1-16,-1-3-2 16,4-1 3-16,3-5-3 0,0-7-2 15,0-3 1-15,-3-4-1 0,-3-1-1 0,-1-6-3 16,-7-2-4-16,-1 0 1 0,-5-3-2 15,-1 0-2-15,-7 0 2 0,-4 4 2 16,-1 7 2-16,-6 4 4 0,-6 4-1 16,0 4 1-16,-1 2-1 0,1 2 0 15,-1-1 1-15,2 3 1 0,6 1-1 16,5 1 1-16,3 0-1 0,5 3-1 0,3 2-2 16,3 3 3-16,5 1-1 0,3 8 1 15,-4-2 0-15,-1 4 0 16,-8 5 0-16,-1-3-1 0,-5 7 1 15,-3-5-1-15,0 2 1 0,-2-2 0 16,-4-3 1-16,-1-2-1 0,3-5 2 16,2-1-1-16,2-5-1 0,1-4 1 15,7 0-1-15,7-3 1 0,10 0 2 0,7-3-3 16,5-6-2-16,2-5-9 0,1-2-2 0,-1-5-4 16,-2-5-11-16,-2-4 6 15,-2-2 2-15,-5 2 0 0,-2 4 6 16,-8 4 8-16,-9 8 6 15,-2 6 1-15,-6 5 4 0,-1 3 16 0,0 0 20 16,0 0-15-16,0 7-21 0,-1 2-4 16,-5 7-1-16,1 2 8 0,3 2 7 15,1 3-6-15,0-1 0 16,1-3-4-16,2-1-2 0,2-1-2 0,6-2 0 16,-2-2 1-16,3-3 0 0,1-5-1 15,-1-2 2-15,1-3-2 0,3-3-1 16,0-8-11-16,-1-3-1 0,1-4-1 15,2-4 3-15,0 1 6 0,3 3-2 16,-2 3 3-16,-2 5 2 0,0 5 0 0,-3 5-1 0,3 6 0 0,-4 12 0 0,0 6 1 31,1 8 1-31,-6 7 0 0,1 4 3 16,-4 2 2-16,0 3 2 0,-4-1-1 16,0 2-2-16,-6 0-3 0,-8-5 3 15,-3-1-2-15,-2-10 0 0,-5-6 1 16,2-7 0-16,1-12 8 0,4-4 7 15,4-4-1-15,5-9 20 0,5-7-15 16,3-11 7-16,12-5-15 0,7-12-6 16,12-8-4-16,15-9-3 0,5-7-1 0,15-5-2 0,9-4 2 15,9 4-2 1,5 7 1-16,-2 9-4 0,2 12 0 16,-6 11-5-16,-8 8-18 0,-5 6-22 15,1 4-58-15,-11 3-68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0:45:04.343"/>
    </inkml:context>
    <inkml:brush xml:id="br0">
      <inkml:brushProperty name="width" value="0.05292" units="cm"/>
      <inkml:brushProperty name="height" value="0.05292" units="cm"/>
      <inkml:brushProperty name="color" value="#FF0000"/>
    </inkml:brush>
  </inkml:definitions>
  <inkml:trace contextRef="#ctx0" brushRef="#br0">8295 8477 359 0,'0'0'0'16,"0"0"0"-16,0 0 0 16,0 0 4-16,0 0-2 0,0 0 0 0,0 0-1 15,0 0 1-15,-1 10-1 16,6-3 3-16,1-2 1 0,5 0 1 0,6-2 0 15,4-2 4-15,8-1 2 16,5 0-1-16,11-5 1 0,5-2 0 16,9-2-2-16,8 3-6 0,4-1 0 15,2 2-2-15,1 2 0 0,-4 0-1 0,-3 0-1 16,-5 0-1-16,-7 0 1 0,-8 0 0 16,-6-3 0-16,-6 1 0 0,-7 0 1 15,-2-1-1-15,-9 4 0 0,-4-1 0 16,-4 0 0-16,-5 2 1 15,-1 0-1-15,-3 1 0 0,0-1 0 0,0 1 0 16,0 0 0-16,0 0-7 0,-1 2-12 0,-5 5-17 16,0 4-17-16,-5-1-61 15,4-7-130-15</inkml:trace>
  <inkml:trace contextRef="#ctx0" brushRef="#br0" timeOffset="576.035">9600 8071 373 0,'0'0'25'15,"0"0"-21"-15,0 0-3 0,2-52 6 16,7 52 12-16,1 0-7 0,6 6-1 15,7 5 0-15,4 6 7 0,6 5-1 16,0 2 3-16,3 4-1 0,2 3-3 16,1 3-8-16,1 3-1 0,-3 3-2 15,-1-2-1-15,-3 2-1 0,-3-2-2 16,-4-1-1-16,-3-2 1 0,-4-5-1 0,-1-4-1 16,-6-3 1-16,0-3-7 0,-2-4-21 15,-3-5-6-15,0-2-16 0,-4-9-31 16,0-2 17-16,-2-14-44 15,-1-5-22-15</inkml:trace>
  <inkml:trace contextRef="#ctx0" brushRef="#br0" timeOffset="797.8118">10120 8016 183 0,'0'0'285'0,"0"0"-283"15,0 0 0-15,0 0-1 0,0 0 10 16,0 0-8-16,0 0 1 15,0 0 10-15,-42 52-1 0,18-16 1 0,-2 7 1 16,-5 3-3-16,-2 4-2 0,-2 3-3 16,2 1-2-16,0-1-4 0,3 0 2 15,3-2-2-15,4-1-1 0,-1-5-1 16,5-4-1-16,7-2 1 0,6-7-25 0,6-4-24 16,3-7-33-16,8-12-32 15,2-6-41-15</inkml:trace>
  <inkml:trace contextRef="#ctx0" brushRef="#br0" timeOffset="1039.6416">10427 8326 589 0,'0'0'0'0,"0"0"0"0,0 0-15 15,0 0 15 1,0 0 6-16,0 0-5 0,0 0 7 16,0 0 2-16,81-12-7 0,-42 2-1 0,5-1 0 0,-4 3-2 15,4 0 0 1,-4 2 0-16,1 3-4 0,-4 2-23 16,4 1-32-16,-1 0-35 0,-5 0-81 15</inkml:trace>
  <inkml:trace contextRef="#ctx0" brushRef="#br0" timeOffset="1582.367">11187 8174 609 0,'0'0'0'0,"0"0"-5"15,20-59-2-15,-2 54 7 0,1 2 2 16,0 3 1-16,2 9 6 0,3 7-4 16,2 5-2-16,-4 6-2 0,-2 2 0 15,-2 2 2-15,-6 3-2 0,-4-4-1 0,-5 1 0 16,-3-1 2-16,-4-7 0 15,-4-3-2-15,-2-6 2 0,1-7-1 0,-3-3 0 16,4-4 2-16,-2-7 1 0,-2-7 2 16,2-6 1-16,-1-9-2 15,1-8 0-15,5-7-3 0,3-6-2 0,3-5-1 16,12 5 0-16,3 4 1 0,4 12 0 16,3 11-2-16,3 8-1 15,2 9-4-15,-1 6-10 0,5 6-13 0,2 9-7 16,7 6-12-16,-1 2-23 0,6 1-32 15,4 1-31-15,-2-6-36 0</inkml:trace>
  <inkml:trace contextRef="#ctx0" brushRef="#br0" timeOffset="2390.0124">12045 8136 456 0,'0'0'1'15,"-25"-54"1"-15,18 36 30 0,-4 5 24 16,-1 4-9-16,1 3-9 0,-5 5-13 15,-2 2-13-15,-7 9-8 0,-6 7-4 16,-4 5 2-16,-1 7-2 0,-1 0 0 0,2 4 2 0,6-1-1 0,10 2 0 31,7-1-1-31,8-2 0 0,4-1 0 0,1-2 0 16,8-4 0-16,2-3-1 0,6-6-1 16,0-4-14-16,2-4-22 0,0-7-1 15,-1-2 1-15,-1-12 4 0,2-3 0 16,-6-8 6-16,0-3 9 0,0-3 3 15,-2 2 7-15,-2 4 7 0,1 6 2 16,-2 5 1-16,0 5 6 0,-4 6 4 16,0 3 4-16,-1 4-7 0,4 6-5 15,-4 3 4-15,2 5 3 0,2 0 1 0,-3 1-4 16,6 1-1-16,0-3-2 16,4 1-2-16,2-5 3 0,0 1-4 0,2-4 1 15,1-3 0-15,5-3-1 0,-1-4 0 0,0-3-1 16,1-8-4-16,-1-7-18 15,2-4 0-15,-4-11-3 16,-2-4 2-16,-1-10 0 0,-2-3-5 16,3 4 5-16,-2 3 21 0,-3 12 2 0,-5 10 0 15,-7 10 9-15,-1 9 19 0,-1 2 5 16,1 7-15-16,2 7-16 0,-2 5 7 16,0 6 14-16,0 6 4 0,0 2 0 15,1 6-8-15,0 3-3 0,1-2 2 16,-1-1-8-16,4-3-6 0,3-4 1 15,-1-5-1-15,2-1-1 0,-1-7-2 16,-1-3-1-16,2-4 1 0,-4-7-1 16,0-4 2-16,1-4 0 0,-2-12 0 0,4-8 3 15,-1-10-2-15,6-9-3 16,-3-5 0-16,5-4 0 0,1 6-3 16,0 8 1-16,0 11 1 0,-2 14 0 0,-3 6 1 0,3 6-1 15,-1 8-2-15,3 8 0 16,-1 8 2-16,-1 5 1 15,-3 9 0-15,-3 10 1 0,4 8-1 0,-4 11 2 16,-1 5 2-16,1 9-1 16,-5 6-3-16,-3 3 2 0,-1-2 1 0,-13 0-3 15,-2-4 1-15,-7-7 0 0,-8-6 1 16,-4-6-1-16,-3-8 0 0,-2-8 2 16,0-9-2-16,5-9 2 0,4-16-3 15,7-11 14-15,7-6-4 0,1-15 7 16,5-18 16-16,4-15-11 0,5-20-14 15,3-18-5-15,13-11-3 0,10-5 0 0,10 6-4 16,5 9 4-16,1 15-2 16,2 19-2-16,4 11-8 0,-2 11-15 15,7 8-17-15,6-1-36 0,6 2-59 16,-1 0-118-16</inkml:trace>
  <inkml:trace contextRef="#ctx0" brushRef="#br0" timeOffset="2930.7715">13584 8316 622 0,'0'0'5'0,"0"0"-9"16,0 0 6-16,9-51-2 0,-8 50 7 15,-1 1 0-15,0 1 3 0,0 8-10 16,0 7-1-16,-8 13-1 0,-7 9 1 0,-6 8-8 16,-3 8-36-16,-6 8-28 15,1 4-37-15,-1-6-73 0</inkml:trace>
  <inkml:trace contextRef="#ctx0" brushRef="#br0" timeOffset="17397.3118">14436 7915 394 0,'0'0'20'15,"0"0"-20"-15,0 0 0 0,-56-26 0 0,41 26 19 16,1 8 4-16,0 4-3 16,-1 9-12-16,-1 3-6 15,2 8 0-15,-1 7 1 0,0-1 6 0,4 6-3 16,2 1 0-16,3-2-2 15,4 0 2-15,2-7-5 0,5-6 1 0,7-2-1 16,5-6-1-16,5-4 2 0,5-5-2 0,5 1 0 0,3-5 0 31,2-3-14-31,6-4 4 0,-3-3-21 16,5-8-5-16,-1-7 4 0,-3-3-17 0,-5-5-10 16,-3-5-9-16,-5-2 21 15,-6-3 21-15,-1-5 15 0,-4 0 11 16,-3-1 0-16,-1 1 5 0,-1 4 21 0,1 1 19 15,-3 4-8-15,0 8 8 16,-2 4 0-16,-2 4-3 0,-1 6 0 0,0 0-1 16,-1 3-1-16,-2 4-12 0,-1 0-6 15,0 1-2-15,2 1-9 0,2 7-4 16,2 5 3-16,0 5 3 0,2 7 2 16,-5 5-1-16,1 2-4 0,-2 3 1 15,-1 4 1-15,-2 1-1 0,0 2 1 16,0 0 0-16,0-1-4 0,-3-1-3 15,0-1 3-15,0-4-4 0,0-3-3 0,2-4 0 0,-3-5 0 16,1 0-1 0,0-7 0-16,2 0-4 0,0-5-18 15,1-4-7-15,0-5-9 0,0-3-17 16,0-8-11-16,1-10 6 0,1-6-98 0,0-3-114 16</inkml:trace>
  <inkml:trace contextRef="#ctx0" brushRef="#br0" timeOffset="17687.6051">14683 7881 254 0,'0'0'250'0,"0"0"-250"15,0 0 2-15,0 0 2 16,0 0 14-16,0 0-9 0,60-17 8 15,-22 14 2-15,7 0-5 0,4-2-6 16,2-1 3-16,-3-1-4 0,-2 0-1 0,-6 3-2 16,-4-1 0-16,-4-2-4 15,-7 1 2-15,-3 1 0 0,-7 2-2 16,-4-1 0-16,-5 2-2 0,-5 0 4 0,-1 2-4 16,0 0 0-16,-2 4-13 0,-7 5-16 15,-1 3 5-15,-4 0-26 0,-3-2-44 16,1-4-116-16</inkml:trace>
  <inkml:trace contextRef="#ctx0" brushRef="#br0" timeOffset="18231.1918">15925 7920 507 0,'0'0'0'0,"0"0"0"0,-36-59 3 0,19 57 26 0,-2 2-7 32,-6 10-4-32,-3 2-5 0,-5 6-7 15,0 4-3-15,-1 2 0 0,2 1 2 0,3-2 0 0,6 2-1 0,10-3-2 32,5-3 1-32,8-2-2 0,9-3-1 0,6 0-1 15,9-1 1-15,7-3 1 0,11-1-1 16,2-2-4-16,2 2-2 15,-1 2-5-15,-7-2-5 0,-8 4-2 0,-7 0-3 16,-11 2 4-16,-7-2 0 16,-5-1 1-16,-11-1 6 0,-7 1-3 0,-6-2 13 15,-4-1 4-15,-8-1 12 0,0-1 5 16,-2-2-1-16,-1-1 0 0,-1-4-1 16,3 0 0-16,0 0-7 0,4 0-2 15,4-3-7-15,4-2 2 0,6 2-2 16,7 0-1-16,4 1 0 0,7 2-2 0,1 0-6 0,0 0-18 15,5 5-37 1,3 3-23-16,7 0 4 0,2-2-27 16,3-3-21-16</inkml:trace>
  <inkml:trace contextRef="#ctx0" brushRef="#br0" timeOffset="18545.9356">16268 7957 480 0,'0'0'0'15,"0"0"-2"-15,0 0 2 0,-29-51 22 16,24 51 6-16,-1 0 0 0,-3 5-11 16,-3 8-14-16,-1 3-2 0,-3 10 1 15,-1 1 2-15,-2 6 3 0,3 0-2 16,1 2-2-16,3 4 1 0,1-2 1 0,7-3-2 0,4 1-1 15,2-5-2 1,11-4 1-16,4-3-1 0,7-5 0 0,3-4-1 16,5-3-8-16,4-4-2 0,1-4-8 15,6-3-7-15,-2-4-3 0,3-7-11 16,1-7-8-16,-2-4-12 0,0-4-16 16,-4-2-16-16,-4-3 15 0,-5-2-15 15</inkml:trace>
  <inkml:trace contextRef="#ctx0" brushRef="#br0" timeOffset="19213.0674">16711 8086 43 0,'0'0'62'0,"0"0"-22"15,12-60 7-15,-12 46 6 0,-4 1 2 0,-3 3 1 0,1 2-7 0,-3 4-5 32,-1 1-7-32,-2 3-12 0,-3 0-6 15,-3 3-4-15,-3 5-1 0,-3 2 1 16,1 3-4-16,-5 3-1 0,-2 0-4 16,1 5-3-16,1-3-1 0,2 4 0 0,7 3-1 15,5-4 0-15,8 3-1 0,5-5 0 0,2 0-1 16,9-3-2-16,3-5-11 15,6-7-4-15,1-4 5 16,5 0 4-16,-1-8-2 0,0-7-2 16,-3 1-2-16,-1-4 2 0,-2 2 8 0,-7-1 5 15,-1 3 2-15,-3 2-1 0,-1 3 1 16,-2 3 3-16,-1 2 5 0,-2 1 3 16,1 3-4-16,-1 0-2 0,2 3-1 15,2 7-3-15,-1 2 3 0,2 3 6 16,0 4 0-16,-1 0-1 0,0-1-6 15,2 2-1-15,-1-5 0 0,2-3-3 16,0-1 0-16,5-4 1 0,1-2 0 16,4-1-1-16,1-4-1 0,4 0-5 15,4-6-10-15,-1-6 1 0,0-5-7 16,-3-2-3-16,0-9-6 0,-6-1-4 0,-4-7 13 16,-5-3 16-16,1 0 3 0,-4 3 2 0,-3 4 2 15,-1 10 5-15,0 6 16 16,-1 7 11-16,1 4-2 0,0 3-4 15,0 2-1-15,0 0-13 16,3 8-13-16,-1 6 0 0,0 6 9 0,1 5 3 16,-2 3-3-16,1 1-1 15,-2 2 0-15,-1 0 0 0,0-4-2 0,0-3 1 16,0-2 0-16,0-2-2 0,0-6-4 16,0-3 1-16,0-4 0 0,0-3-2 15,0 0 0-15,0-4 0 0,0 0 2 16,-1-10 4-16,1-5 4 0,0-10-9 15,1-7-2-15,4-5-2 0,6-7-4 16,1 3 1-16,3 5-2 0,1 5 4 0,0 7 2 16,1 6 1-16,-1 6-1 15,3 4 0-15,-2 4 0 0,5 4-2 16,-2 11 1-16,-3 1 1 0,3 7-1 16,-3 2 1-16,1 4 1 0,-4 5 0 15,-1-1 1-15,-2 0-1 0,-5 3 1 0,0 1-1 16,-4 3 0-16,-2 4-16 15,-2 3-23-15,-5-2-82 0,3-5-110 0</inkml:trace>
  <inkml:trace contextRef="#ctx0" brushRef="#br0" timeOffset="48926.7141">6235 10799 211 0,'0'0'0'0,"0"0"0"16,0 0 1-16,0 0 8 0,0 0 8 0,0 0-2 0,0 0-2 31,0 0-4-31,0 0-6 0,-1-6-3 0,10 7 6 0,3 4 4 15,10-5 1 1,7 0 0-16,12 0-4 0,10 0 0 0,10 0-3 16,10-6 0-16,11 2-1 0,12-1 2 15,6-3 1-15,5 5-2 0,2-1-2 16,-1 0-1-16,1 1 0 0,1-2-1 16,1 0 3-16,-3-1-6 0,-2-1 6 15,0 1-3-15,-10 2 0 0,-4-1 0 16,-7 1 1-16,-7-1-1 15,0 1 0-15,-9-2-1 0,-2 1 1 0,-8 1 0 0,-9 1 0 0,-5 2 1 16,-11 0-1 0,-7 1 0-16,-10 0 0 0,-5 0 0 15,-5 0 0-15,-5 1-8 0,0 1-8 0,-4 0-4 16,-4 1 5-16,-1 0 11 16,-6-2-9-16,0-1-16 0,-3-1-5 15,1-5 9-15,-1-1 4 0,0-4 4 0,-1-4 12 16,-1-4 5-16,4 0 3 0,-1-5-2 15,0-1 5-15,2 2 8 16,2-1 1-16,0 2 0 0,2 2 0 0,1 2 6 16,1 4 0-16,3 3-3 15,-1 4 1-15,4 1-4 0,1 3 2 0,2 3-2 16,0-2-1-16,0 2-2 0,0 0-12 0,5 5-7 16,6 3 7-16,6-1 2 15,4 5-1-15,7 1 0 0,8 0 0 16,1 0 1-16,1 3-2 0,-1-3 0 15,-1 1 0-15,-1-1 0 0,-3 3 1 0,-2-4-1 16,-6 5 0-16,-3 1 0 16,-6-2 0-16,-5 6 0 15,-7-3 1-15,-3 4 2 0,-9 4-2 0,-8 2 2 16,-6 4-2-16,-5 3 0 0,-5 9-1 0,-5 4 0 16,-3 8-6-16,-7 7-35 0,-8 6-16 15,-6 4-45-15</inkml:trace>
  <inkml:trace contextRef="#ctx0" brushRef="#br0" timeOffset="174517.0959">3843 15442 298 0,'0'0'0'0,"0"0"-7"0,-54-26 7 16,47 19 9-16,-1 2 10 16,2-3-3-16,1 1 6 0,0 1 2 15,2 0-1-15,1 3 3 0,1-1 0 0,1 0-2 16,0 1-7-16,0-1-8 0,4 2-6 15,3-4-3-15,5 3-2 0,2-3 2 16,7 1-2-16,1 0 1 0,8 2 1 16,5 3-2-16,2 0 2 0,8 0 0 15,6 0 1-15,3 0-1 0,9 0 0 16,4 2 2-16,2-2-2 0,5 0 0 0,3-2 1 0,5-1-1 16,4-2 0-1,5 0 0-15,6-4 0 16,1 0 0-16,2-5 3 0,0 2-2 0,3-3 1 15,2 1-2-15,3-1 1 0,4 0-2 16,2 4 1-16,5 3 0 0,-2 2 1 16,0 5-1-16,-5 0 1 0,-4 1 0 0,3 0 2 15,-5 1-3-15,5 0-1 0,1-1 1 16,0 0 1-16,-2 0-1 16,0 0 2-16,1 0 2 0,-4-2 0 0,1-3 0 15,1 2-4-15,-2-1 0 0,-4 2 3 16,-3 1-1-16,-5 1-1 0,-5 0 0 15,-4 0 0-15,4-1 1 0,-2-1-2 0,4 0 0 16,-2 2-1-16,-3-1 1 0,1-1 0 16,-4 1 0-16,-3-3 0 15,-3 0 1-15,-7-4 0 0,-3 1-1 16,-6 0 1-16,-5-3-1 0,-4 0-2 16,-5 0 2-16,-5 2 0 0,-7 1 4 15,-3 0 6-15,-5-1 3 0,-3 2-5 16,-4 2 5-16,-5 0-6 0,-4 0-2 15,-3 1-1-15,-3 0-2 0,-3 2 0 0,-2 1 1 16,0-1 0-16,-1 1 2 0,0 0-1 16,0 0 0-16,0 0 0 0,0 0-4 15,0 0 1-15,0 0 1 0,0-1 0 16,-1-2 1-16,0 0 1 0,0 0-1 16,0 0-2-16,1-3 0 0,0-3 0 0,0 0 1 15,0 0-2-15,4-3 1 16,1 0-1-16,0-3 0 0,3 2 0 15,0-2 1-15,-1-2-1 0,3-2 0 16,1-5 1-16,1 1-1 0,0-6 0 16,2 1 1-16,-2-6-1 0,0-5 0 0,-1 0 1 0,-1-6-1 15,-1-2-1-15,-1 1 0 16,-2-4 0-16,1 2 1 16,-3-2 0-16,-2 1 0 0,0 1 0 0,-2-2 0 15,0 0 0-15,-1 3 0 0,-4 0 0 16,0 0 0-16,-1 1 0 15,-2 1 0-15,1 6 0 0,-5 0 0 0,1 4 0 0,-3 1 0 16,1 2 0-16,-4-1 0 0,1 0-1 16,-3 3 0-16,0 1 1 15,-2 2-3-15,-3 3 0 0,3 4 2 16,-1 4-1-16,0 2 1 0,1 5 1 16,-1 3-1-16,-1 1 1 0,-2 3-1 0,-2 1-1 15,-2 1 2-15,-4 0-1 16,-1 0 0-16,-2 2 1 0,-5 0 2 0,0 0-1 15,0 0-1-15,0 0 1 16,-3 1-1-16,0 0-1 0,-7 0 0 16,-5-1 0-16,-2 2 2 0,-5-3-2 0,-4 1 1 15,-5-2 0-15,-3 0 0 16,-5 0 0-16,-1 0 0 0,0 0 0 16,-2-1 1-16,-4-1-1 0,-2-1 2 0,-4 0-2 15,-2 0 0-15,-1 1-2 0,-4 0 1 16,-2 0 1-16,0 0 0 0,-3 2 0 15,-2 0-2-15,0 4 2 0,-5 1 5 0,-4 1-5 16,2 1-3-16,-2 0 2 0,1 0 1 16,4 0 1-16,-1-3 0 0,1 3 0 0,1-2-1 15,-2 1-1-15,5 4-4 16,-6-1 3-16,1 4 2 16,4 1 0-16,-4-1-1 0,2 2 1 15,-1 0 0-15,-2 0-2 0,2 2 0 16,2-3 0-16,3 4 1 0,5 0 1 15,6 0 0-15,2 0 1 0,1 0 1 16,6 0-2-16,0 1 0 0,5 0-4 0,3-4 3 16,4 1 1-16,4-5 0 0,6-1 0 15,7-2 0-15,7-2 1 0,5-1 0 16,7-2-1-16,6 1 0 16,2-3 3-16,7 0-3 0,3 0 0 0,6 0 0 15,0-1 0-15,7 0 0 0,2 0 0 16,2 0-2-16,3 0 2 0,0 3 0 15,0 0-2-15,0 6-2 0,0 3 1 16,0 5 1-16,3 4-1 0,3 4 2 16,0 4 0-16,4 7 1 0,-2 1 1 15,-1 4 0-15,1 3-1 0,-3 2 1 16,-3 3 0-16,-2 2-1 0,-1 6 1 16,-6 1-1-16,-4 5 0 0,-1-1 0 0,-3 2 1 15,1-1 1-15,1-5-2 0,1-1 0 16,3-5-1-16,0-4-1 15,4-11 2-15,0-3 0 0,2-6 0 16,1-7 0-16,2-5 0 0,0-1 0 0,5-2 0 16,4 2-1-16,10 2-1 0,12 4 1 15,16 4-38-15,21 1-62 0,13-3-50 16,15-10-130-16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0:52:48.096"/>
    </inkml:context>
    <inkml:brush xml:id="br0">
      <inkml:brushProperty name="width" value="0.05292" units="cm"/>
      <inkml:brushProperty name="height" value="0.05292" units="cm"/>
      <inkml:brushProperty name="color" value="#FF0000"/>
    </inkml:brush>
  </inkml:definitions>
  <inkml:trace contextRef="#ctx0" brushRef="#br0">2928 12590 128 0,'0'0'39'0,"0"0"-39"0,0 0-1 16,0 0-11-16,0 0 8 0,0 0 4 0,0 0 0 0,35 25 1 31,-20-21 0-31,1 2 2 0,5-1 0 15,2 0 2-15,1-1 0 0,5 1-4 16,3-1 1-16,5 0 1 0,2-2 0 16,1 1 0-16,5-1-2 0,-2 1 0 15,3 1 0-15,1-1 0 0,2 0 3 16,3-1 6-16,2-2-3 0,4 0 1 16,3 0 0-16,2-1-1 0,5-3 0 15,2 1-1-15,4-1 0 0,2 2-1 0,3-1-3 16,3 1 2-16,-2-1-1 0,4 2 0 15,3 0-2-15,1-1 0 0,7 0 0 16,-1-3-1-16,5 3 0 0,4-3 2 16,2 0-2-16,2 1 2 0,3-3-1 15,3 1 1-15,3 0-2 0,3-2 0 0,6 0 0 16,-3 0 1 0,4 2-1-16,-3-4 2 0,3 5-1 0,-1 0 0 15,4 1-1-15,3 2-1 0,1-4 1 0,-1 4 1 0,1 1-1 16,0-1 0-16,7-1 2 15,-2 0-2-15,3 3-1 16,1 0 1-16,-2-1 0 16,0 1 1-16,3 0 0 0,0 0-1 0,3 0 0 15,0-2 0-15,-1 1 0 0,-4-2 2 0,-1 0-1 16,-3 1-1-16,0-3 0 16,-2 1-3-16,-3 1 3 0,-4-1 2 0,-3 3 0 15,-5-2 1-15,-1 2 2 0,2-2-1 16,-5 0 0-16,0 0-1 0,-7 0-1 0,1 2 1 15,-5-1-1 1,2-3-1-16,-6 1 0 0,-1-1-1 0,-1 3 0 16,-5 0 0-16,-5 0 1 0,-5 2-1 15,-4-1 1-15,-9 1 0 0,-4 0 1 16,-5 0-2-16,-7 0 0 0,-6 0-2 16,-5 0 2-16,-11 1 0 0,-2 2 0 15,-10 0 2-15,-2 0 0 0,-6 0 3 16,-4-3-1-16,-2 3 2 0,-5-3 0 15,-1 0-2-15,0 0 0 0,-1 0-2 0,0 0 2 16,0 0-1-16,0 0-3 16,0 0 0-16,0 0-31 0,-4 0-40 15,-6-5-61-15</inkml:trace>
  <inkml:trace contextRef="#ctx0" brushRef="#br0" timeOffset="1286.0464">14232 12594 117 0,'0'0'0'0,"0"0"-7"15,-55-17 7-15,45 11 4 0,4 1 6 0,2 1-2 16,3 1 5-16,1-2 3 0,0 1 3 0,4-2-7 15,2 4-2-15,6-1-6 16,6-1-1-16,2 2 0 0,3 2-2 16,8 0 0-16,1 0 0 0,4 0-1 15,4 0 1-15,0 2-1 16,7-1 0-16,1-1-1 0,7 0 1 16,6 0-1-16,0-3 1 0,8 2 0 0,3-5 0 15,4 2 1-15,6 1-1 0,0-2 0 16,5 2 0-16,5-3 0 0,3 3 1 0,6-1-1 0,2-3 3 0,2 3-1 0,5 0 1 31,-1-2-2-31,7 5 3 16,2-4 0-16,5 2 0 0,2 0-1 15,3-2-2-15,2 2 2 0,2 3-1 16,-2 0 0-16,2 0-1 0,1-2-1 0,1 2 2 0,3 0-2 0,3 0 0 31,-3 2 0-31,6-2 1 0,-1 0 0 16,2 0 0-16,5 0-1 0,-2-7-2 0,1 0 2 0,-3 0 0 15,0 0 2-15,1 1-2 16,1-1 0-16,0 0 0 0,-2 2 0 16,-5-1 1-16,-2 2 1 0,-5-1-1 15,1 0 0-15,-7-1-1 0,-1 0 2 0,-4 0 1 16,-5-1 0-16,-5 1-1 16,-2 3 2-16,-6-3-2 0,0 2 0 0,-6 0-1 15,-6 0-1 1,-4 1 1-16,-10 2-1 0,-4-2 1 0,-9 0 0 15,-6 2 2-15,-8-1-2 0,-3-1 1 16,-9 3 0-16,-4-1 3 0,-4-2 1 16,-4 1 1-16,-6-1 2 0,0 0-1 15,-8-1 1-15,-2 1-2 0,-3-1-1 0,-4 2-1 16,-2 2-3-16,-2 0-2 0,-1 0-4 16,-6 3-52-16,-8-3-45 0</inkml:trace>
  <inkml:trace contextRef="#ctx0" brushRef="#br0" timeOffset="2524.1376">3538 8526 240 0,'0'0'1'0,"69"5"-1"0,-21-5 0 0,10-2 1 15,1-1 2-15,7-2-3 16,5-2 0-16,4 1 1 0,8-4 0 0,6-1 0 16,3 0 2-16,7-2-1 15,7 0 2-15,3 0-2 16,6 2-2-16,2 1 0 0,5 0 1 15,2 1 0-15,3-1-1 0,6-1 1 16,4 1 1-16,4 0-2 0,7-2 0 16,2 4 0-16,5-2 1 0,0 4 2 15,7-1 1-15,5-2 1 0,2 1-4 16,5 1 2-16,-3-3 2 0,10 2 0 0,1-1 1 0,6 1-2 16,-1 0-4-1,-2 2 2-15,2 4 1 0,1 0 0 0,2 2-3 16,-1 0 1-16,-2 0-1 15,3 3 3-15,0-2-3 0,2 1-1 0,0-1 1 16,-1-1 2-16,5 0-1 0,-1-3 1 0,5-1 0 16,4 2 0-16,0 0 1 15,6 1 3-15,1-3-6 0,-1 1 3 16,-3 0-3-16,-5 2 1 0,0-2-1 16,-8 0 0-16,-1 2 0 0,-5-1 1 0,-5-1 1 15,-1 3-2-15,-6-1 1 16,-8 0 1-16,-5 1 3 0,-7 0 1 15,-6 0-4-15,-3-2 1 16,-9 2 0-16,-9 0 1 0,-8 0 1 0,-11 0 0 16,-3 0-5-16,-11 4 0 0,-8 3 0 0,-12 3 1 0,-8 1-1 0,-12 5 0 31,-8-1-22-31,-13-4-36 0,-13-4-74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0:58:22.028"/>
    </inkml:context>
    <inkml:brush xml:id="br0">
      <inkml:brushProperty name="width" value="0.05292" units="cm"/>
      <inkml:brushProperty name="height" value="0.05292" units="cm"/>
      <inkml:brushProperty name="color" value="#FF0000"/>
    </inkml:brush>
  </inkml:definitions>
  <inkml:trace contextRef="#ctx0" brushRef="#br0">3408 14891 301 0,'0'0'0'16,"0"0"-1"-16,0 0 1 0,0 0 9 16,0 0-9-16,0 0 5 15,0 0-6-15,0 0 1 0,9-5 0 16,3 5-3-16,4 0 3 0,3 0 2 16,6 2-1-16,7-2-1 0,7 1 0 15,5-1 0-15,6 0 1 0,6-1-1 16,4-3-1-16,2 1-3 0,4-2-2 15,1 4 2-15,3-3 2 0,5 1 0 16,2 0 1-16,6-2 1 0,4-1 1 16,7 2 5-16,5-2-4 0,8 0 3 15,3-4-4-15,7 2 3 0,5 1-2 16,4-1 2-16,5 1-2 0,7-2-1 16,2-1-1-16,8 1-1 0,3 0 1 0,4 2 1 15,2-6-1-15,6 3 2 0,4 1-2 16,6-4-1-16,1 5 1 0,2-1 1 15,5-1 1-15,3 2-1 0,4-2-1 16,4 1-3-16,-2-1 3 0,5-1 2 16,4 3-2-16,3-4 0 15,5 3 0-15,2 1 1 0,2-3-1 0,7 1 0 16,-1-3 0-16,5 1 0 0,3-1 1 16,0 0-1-16,6 0 0 0,-1-2 0 15,3 4 3-15,2-3 1 0,-1 1-3 16,0 1 4-16,-1 1 2 0,0 0-2 15,3 1-3-15,4-2 1 0,0 1 4 0,1 1 0 0,-3-1-7 16,4 1 4 0,-4-1 2-16,6 2-6 0,-1 1 8 15,0 1-2-15,1-1-6 0,-2 3 2 0,1 0-2 0,0 2 4 16,-1 1-4-16,1 1 0 16,-4 1 0-16,3 0 2 15,-6 0-2-15,-4 0-2 0,-1 0 2 0,-3 6 2 16,-6 0-2-16,5 0-1 0,-3 1 1 15,1 0 1-15,5 1-1 0,-3 0-1 16,-3 0 1-16,6 0 2 0,0-2-2 16,3 2 0-16,1-1 0 0,3 0 0 15,-2 2-1-15,-5 1 1 0,0 1 0 16,-4-1 0-16,-4 2-1 0,-1 3 1 16,-2-3 1-16,-3 2 1 0,1-4-2 15,-11 2-2-15,3-1 2 0,-5 3 2 16,-3 2 0-16,4-3 0 0,-5 0 4 15,-1 2 3-15,-6-1-3 0,-3 1-6 16,-8 1 2-16,-5 3 1 0,-8-1-1 0,-4 0-2 16,-6 2-1-16,-3 0 1 0,-7 0 1 15,-8 0 0-15,-3-1-1 0,-8 2-1 16,-11-1 0-16,-10 3-6 0,-8-1-8 16,-12 2-19-16,-8-1-5 0,-10 1-14 15,-12-5-23-15,-19-2-104 0</inkml:trace>
  <inkml:trace contextRef="#ctx0" brushRef="#br0" timeOffset="803.4908">3362 16586 252 0,'0'0'0'0,"82"15"-4"0,-23-15 4 0,11-3 5 0,10 3 1 32,4 0-4-32,8 0-1 15,4 0 1-15,8 1-2 0,4-1 8 0,7 3-1 16,10-3 5-16,7 0 2 0,13-1-3 16,10-4-3-16,9 2 2 15,10-3 1-15,9-1 0 0,11 0-3 16,14-4 2-16,6 4-8 0,10 0 8 15,9 0 1-15,8 2-1 0,8-2-7 16,6 0 2-16,14-2 4 0,1 1-2 0,11 0-4 0,4-3 9 16,6 2 1-16,9-1-9 15,7-2 5-15,1 6-4 0,3-3-3 16,7 1 0-16,-2 5 1 0,3-6 1 16,-3 1-4-16,-5 0 0 15,-3 2 1-15,-3 1-1 0,-5 2 2 0,-3 3 0 16,-8 0 0-16,-10 5-2 0,-6 6 0 15,-16 3 0-15,-9 6 0 0,-16 1-6 16,-19 10-16-16,-19 4-8 0,-22 5-11 0,-22 8-19 16,-38-6-1-16,-12 14-43 0</inkml:trace>
  <inkml:trace contextRef="#ctx0" brushRef="#br0" timeOffset="7565.0246">16793 15557 305 0,'0'0'14'0,"0"0"-14"0,0 0 0 0,-10-58 5 15,10 46 14-15,0 2 1 0,0-1-5 16,2-1 1-16,6-1-6 0,5 1-1 16,5-2-5-16,4-3 0 0,8 2-2 15,4 4 2-15,3-1-1 0,7 7 4 16,-4 4-3-16,4 2 0 16,0 8 0-16,-3 4-2 0,-2 2 0 0,2 6 0 15,-8 2 1-15,-3 3-2 0,-3 2 2 16,-7 4-3-16,-5 0 3 0,-6 2-2 15,-6 5 1-15,-3 0-1 0,-13 17 1 16,-9-2 2-16,-7 3-2 16,-3 3 0-16,0-15-1 0,-1 5 1 15,-3-2-1-15,-2 2 0 0,1-2-1 16,-4-2 3-16,1-4-3 0,-1-4 2 16,1-5-1-16,3-8-1 0,-3-6 1 15,2-7 0-15,3-10-1 0,3-2-2 16,2-6-4-16,1-8-8 0,6-7-8 15,2-7-3-15,6-4-2 0,13 0 3 16,3 1 15-16,15 5 9 0,5 1 0 0,9 8 9 16,7 8 8-16,8 7-2 0,6 7 3 15,3 11 0-15,6 7 4 0,1 5-3 16,3-1 1-16,0 4-7 0,-1-1-1 16,2 1 2-16,-4-2-4 0,-6-5-4 15,-2 2-4-15,-3-5 1 0,-5-5-2 16,1-1 0-16,-6-5-1 0,7-2 1 15,-5-4 2-15,3 0-2 0,1-4-1 0,-3 0-11 16,0-4-15-16,2-7-13 0,-3-6-46 16,0-7-65-16</inkml:trace>
  <inkml:trace contextRef="#ctx0" brushRef="#br0" timeOffset="11504.7363">17911 15809 133 0,'-10'0'63'16,"2"-4"-63"-16,3 3 2 0,2-3 8 16,0 1 27-16,-2 1-2 0,4 0-2 15,0 2-3-15,1 0-2 16,0 0-2-16,0 0-9 0,0 0-7 0,8 0-5 16,3-1 4-16,14-1 3 0,7 0 3 0,9 0-5 15,9 2-3-15,5-2 0 0,0 1-4 0,4-2 0 16,-2 0 2-1,1-2-5-15,-2-1 1 0,-4-1 2 16,-4 0-3-16,0-1 1 0,-10-2 0 16,-3 3 0-16,-5 0-1 0,-6 2 0 15,-6 3 2-15,-9-1-1 0,-3 2-1 0,-5 0 0 16,-1 1-3-16,-7 0-7 0,-2 2-9 16,-7 3-19-16,-2 2-23 15,-2-5-30-15,1 0-26 0</inkml:trace>
  <inkml:trace contextRef="#ctx0" brushRef="#br0" timeOffset="12080.6654">18931 15327 335 0,'0'0'59'0,"0"0"-59"0,0 0-30 16,28-59 30-16,-10 49 0 0,5 3 1 15,7 1 0-15,4 2 5 0,9 1 3 0,4 3-1 16,4 0 1-16,1 6 1 16,1 2-2-16,0 3 0 0,-3 2 0 0,-2 3 1 15,-7 2 1-15,-7 3-3 0,-10-1-2 16,-7 4-3-16,-9 1-1 0,-8 4-1 15,-12 1-1-15,-14 2 1 0,-10 5 2 16,-9-2-1-16,-7-1 2 16,3-2 1-16,1-6-3 0,5-6 0 0,-1-5-1 15,9-4 0-15,2-3 2 0,4-2-2 16,9-3 1-16,3-3 0 0,10 0 0 16,5-2-1-16,2-1 5 0,9-1-2 15,7-4-3-15,9-3 1 0,10 0-1 0,5 2 1 16,6 1-1-16,4 2 0 15,0 2 0-15,-1 4 0 0,1 0-2 0,-4 7 1 16,-3 4 1-16,-4 3-1 0,-6 6 1 16,-8 2-1-16,-8 3 0 15,-2-2-1-15,-6 1-1 0,-5 0 1 0,-3-5 1 16,-1 7 1-16,-10-2 0 0,0 3 0 16,-7 4 0-16,-4-5 0 0,-3 4 0 0,-7-2 1 15,-3 3 1-15,-6-3-1 16,-3-3 3-16,-4 1 3 0,0-2 0 15,-4-1-1-15,-3-4 4 0,1 1-4 16,-1-4-2-16,-1-4-1 0,3-1-1 16,4-5-1-16,1-2-1 0,6-1-10 15,3-2-33-15,6-1-28 0,6-13-62 16</inkml:trace>
  <inkml:trace contextRef="#ctx0" brushRef="#br0" timeOffset="12963.4675">20801 15611 447 0,'0'0'1'16,"0"0"-2"-16,0 0-12 16,0 0 6-16,0 0 0 15,0 0 4-15,0 0 3 0,7 77 4 0,-3-41 2 16,-1 5-4-16,-1 2 2 0,-1 4 4 0,-1-2-2 16,0 0-1-16,0 3 3 0,-4-2-6 15,-1 8 1-15,-4 1 0 16,1 6-1-16,-4 2-1 0,1-1 1 15,1-4 0-15,-2-9-1 0,4-6 0 0,2-5 0 16,3-6-1-16,3-5-5 16,0-3-3-16,2-6-15 0,2-5 1 15,-1-4-15-15,2-3-10 0,-5-5-22 0,0-2-21 16,0-9-58-16</inkml:trace>
  <inkml:trace contextRef="#ctx0" brushRef="#br0" timeOffset="13350.3442">20723 15614 469 0,'0'0'0'0,"35"-65"-1"16,-11 49-5-16,7 2 6 0,3 4 1 0,5 7 7 15,4 3-3-15,1 1-2 16,-1 7-1-16,0 4-1 0,-6 4 0 16,-3 4 0-16,-8 4-1 0,-7 1 0 0,-8 2-3 15,-6 3 2-15,-5 1-1 0,-2-2 1 16,-9 0 2-16,-5-1-1 15,-3-1 3-15,-7-1-3 0,-2 0 1 16,-3-2 3-16,-4 2 3 0,-3-5 3 0,2-1-2 16,2-7-1-16,5-2-2 15,4-3 0-15,4-7-4 0,4 1 1 0,5-2-2 16,2-2-9-16,4 1-42 0,4-6-49 16,2 1-76-16</inkml:trace>
  <inkml:trace contextRef="#ctx0" brushRef="#br0" timeOffset="16360.38">20787 16004 380 0,'-6'11'3'0,"6"-11"-2"16,0 0 4-16,4-3 16 16,6-3 14-16,5-3-7 0,4-4-6 15,5-2-8-15,5-3-5 0,0-3-1 16,1 0-5-16,0-2-1 0,-3 0-1 15,-2-1 3-15,-3-1-4 0,-2 1 1 16,-5 0 0-16,-2 0 0 0,-5-2-1 16,-5 0-1-16,-3 0-4 0,-5-2-8 0,-6 1-3 15,-5 1 5-15,0 4 1 16,-5 2 7-16,0 5 0 0,1 4-1 16,-2 3 3-16,0 5 0 0,3 3 1 0,2 5 0 15,1 5 0-15,0 8 0 0,0 8 0 0,-1 10 2 16,1 9 5-1,2 3 0-15,3 9 3 0,4-1-1 0,5 1-1 16,5 0-3-16,9-10 1 0,9-5-3 16,4-8-1-16,5-7 3 0,6-4 0 15,4-8-2-15,2-2 2 0,2-7-1 0,-2-6-3 16,1-8 1-16,-2-10-1 0,0-7-1 16,-7-7-2-16,-4-9-4 15,-3-4-5-15,-6-10 2 0,-4-4-2 16,-4-5-1-16,-2-6 0 0,-3 2 5 0,2 2-4 15,-2 9 4-15,0 14 6 16,-4 15 1-16,-1 14 1 0,-1 12 12 16,3 2 10-16,1 9-21 0,6 7-1 15,3 9 3-15,3 6 11 0,3 1 3 0,2 7-1 16,1 1 1-16,4 1-2 0,-1-1-1 16,2-4-5-16,3 1-2 0,1-3-3 15,1-1-1-15,0-2-1 0,3-2-2 16,-3-7 0-16,-4 1 1 0,-1-9-2 15,-8-5 0-15,-2-6-1 0,-5-3-10 0,-2-12-2 16,-1-7-5-16,-6-12-3 16,-2-8-4-16,-3-8-2 0,-2-8-3 15,-6-7-6-15,-3-3 5 0,-4-1 10 16,1 5 2-16,-2 8 18 0,1 10 1 16,-4 12 2-16,3 14 13 0,-1 9 12 15,3 8 5-15,0 4-12 0,-1 9-3 16,2 9-2-16,-1 5 4 0,-2 7 1 15,2 4-3-15,-3 7 0 0,-1 3-6 0,-1 3 2 16,-2 2-5-16,0 1 0 0,-3 2-4 16,0 2-4-16,1-4 0 15,0 3 1-15,2-4-2 0,2 0 1 0,5-2-10 0,4-5-17 0,0-7-14 0,9-6-11 0,1-7-23 32,3-12-25-32,6-10-67 0</inkml:trace>
  <inkml:trace contextRef="#ctx0" brushRef="#br0" timeOffset="16660.7881">22165 15050 396 0,'0'0'1'16,"0"0"-1"-16,0 0 2 15,0 0 11-15,0 0 4 0,0 0 1 16,54 28 4-16,-42 13-3 0,-5 8 8 16,1 9-2-16,0 3-4 0,0 1-2 15,-4 3-2-15,2-2-5 0,0-1-5 0,-1-1-4 0,0-3-1 16,2-6-1 0,-2-1 1-16,2-6-1 0,2-3-1 0,-2-4 0 0,-1-2-4 15,-3-2-19 1,-1-3-14-16,-2-10-20 0,0-7-11 15,-3-10 18-15,-3-4-84 0,-1-9 7 16</inkml:trace>
  <inkml:trace contextRef="#ctx0" brushRef="#br0" timeOffset="16828.7675">21949 15677 456 0,'0'0'0'16,"0"0"0"-16,58-38 3 0,-25 24 11 15,11-2 10-15,3-2-5 0,6 4-6 16,5 0-7-16,-1-2-4 0,2 6-2 0,-2 0 1 16,-3 5-1-16,-1 5-38 0,-4 0-33 0,-6 3-38 0,-11 3-63 31</inkml:trace>
  <inkml:trace contextRef="#ctx0" brushRef="#br0" timeOffset="17881.3084">22585 15857 436 0,'0'0'120'15,"0"0"-120"-15,0 0-1 0,0 0 1 0,0 0 17 16,62-51-4-16,-38 33-6 16,0 2-5-16,-1-2 0 0,1-4-2 15,-5 0 1-15,-1-4-1 0,-5 1-3 16,-6-3-8-16,-3-4-1 0,-4 2-5 0,-3-1-8 0,-5 2-2 15,-5 3 6-15,-4 4 9 16,1 0 5-16,-2 6-2 16,-1 0 4-16,-1 2 4 0,-1 4 0 15,-1 4-2-15,4 2 2 0,0 3 0 16,0 1 1-16,2 4 2 0,-2 3 1 16,4 8-1-16,-1 5 6 0,0 2 1 15,3 6-1-15,3 1 2 0,-1 5 4 0,5-2-4 16,0 0 6-16,5 4-6 15,0-7-3-15,4 3 0 0,1 0 2 0,5-1 0 16,2 0-2-16,1-5-2 0,5-2-1 0,1-4-2 0,5-6 3 0,3-3-3 0,2-5 2 31,5-2 0-31,2-4 0 16,6-5 0-16,-3-3-1 0,0-5-1 0,-3-3-1 0,-4-5-1 16,-5-2 0-1,-3-5-5-15,-9-4 0 0,-4-2 1 16,-5-4-3-16,-6-2-5 0,0-2 4 15,-10 3-2-15,0 2 1 0,-3 1 0 16,2 2 5-16,4 4-3 0,3-1 0 16,6 5-2-16,8 2-7 0,8 5-4 15,8 3 2-15,3 5 8 0,1 7-1 16,-1 4 11-16,0 11 0 0,1 5 1 16,-7 4-1-16,1 0 5 0,-6 5 6 0,-5-1 3 15,-2 3 2-15,-2 1 8 16,-5 0-4-16,-3 1-5 0,-1-1-3 0,0 2-2 15,0 0-5-15,0 1-3 0,0 1 1 16,2-3-2-16,2 1 0 0,4-4-1 0,0-6 0 0,2-4-4 16,2-2-15-1,-1-8-3-15,0-5-12 0,4-1 7 16,-4-9 4-16,-3-7 7 0,4-6 0 16,-8-7-6-16,2-6 0 15,-1-5 9-15,-1-5 3 0,1-3 5 0,3 0-1 16,-1 4 2-16,3 5 4 0,-1 9 3 15,1 11 13-15,-6 7 11 0,3 9 5 0,-1 2 8 0,-2 1-12 0,4 8-15 16,-1 3 2 0,6 7 5-16,-4 3 4 0,2 5-6 15,2 4 0-15,-5 3-4 16,2 1-2-16,-3 1-1 0,2 0-2 0,-5 3-5 16,1-2 0-16,-1-2-3 0,-3-3 1 0,0-3-1 15,-1-4-1-15,0-5 0 0,0-4 1 16,0-6 0-16,0-3-1 15,0-5 1-15,0-1 1 0,-1-2 1 16,0-10 6-16,0-8-4 0,0-5-4 16,1-10 0-16,0-4-1 0,2-4-7 15,3-4-5-15,7 0-1 16,0-3-2-16,7 3-5 0,1 5 2 0,2 8 0 16,2 6 8-16,-1 10 6 0,0 5 3 15,3 8-1-15,-1 5 2 0,1 0 0 16,2 8 2-16,-4 8 3 0,-1 2 3 15,-2 6 3-15,-4 1 0 0,-2 3 1 0,-5 2 1 0,0 3-2 16,-2-2 0 0,-3 0-2-16,-2 1-3 0,-2-1-2 0,1-2-1 15,0 0-3-15,-2-2 0 0,3-1 1 16,1-3-2-16,0-2 1 16,1-3-10-16,3-3-22 0,1-5-25 15,6-6-12-15,6-4-39 0,2-5-24 0,-2-12-59 16</inkml:trace>
  <inkml:trace contextRef="#ctx0" brushRef="#br0" timeOffset="18423.8993">24424 15402 184 0,'0'0'273'0,"0"0"-272"16,0 0 0-16,-64-28 2 0,37 26 19 0,-6 2 7 31,-2 0-10-31,-2 4-6 0,1 1-6 0,3 2-5 16,8 1 1-16,1 4-3 0,5 2 1 15,4-3-2-15,8 1-4 0,1 2-10 16,6-4-13-16,6-1-11 0,8-1 2 0,5-1 16 16,-1 0 21-16,4 5 0 15,2 2 2-15,-3 3 5 0,4 5 13 16,-2 1 7-16,1 5-7 0,0 3-2 15,-4-1-4-15,-2 3-3 0,-3-2-7 16,2-3-2-16,-3-1-1 0,3-5-1 16,1-2 2-16,1-4-2 0,6-7 0 15,-4-4-1-15,2-5-2 0,4-5-3 16,-1-9 0-16,-1-8-1 0,3-6 0 16,-1-7-3-16,-2-7-3 0,1-10 8 0,-1-5-4 15,0-9-6-15,-2-5 6 16,-6-9-1-16,-1-3 1 0,-5-5 4 0,-6 0 5 15,-5 6-2-15,-3 9 2 16,-9 14 1-16,-4 14 4 0,-1 11 3 0,1 10 11 16,2 8 3-16,3 5 0 15,2 5 1-15,2 6-7 0,-1 2 0 0,3 11-9 16,-2 11-4-16,4 12 5 0,2 7 7 16,3 11 7-16,12 8-4 0,6 4 1 15,7 4-2-15,3 2-1 0,1 1-3 0,-4 2-6 0,1 3-5 0,-7 1 1 31,1-1 1-31,-3 4-4 0,-3 3-18 16,2-3-45-16,-2-5-95 0,1-18-186 16</inkml:trace>
  <inkml:trace contextRef="#ctx0" brushRef="#br0" timeOffset="18949.3034">26732 14642 466 0,'0'0'1'15,"0"0"-1"-15,0 0 2 0,0 0 0 16,0 0 5-16,-18 65 12 0,16-16 4 16,0 6-10-16,2 7 5 15,0 4 1-15,0 2 0 0,0 2-11 0,3-4-2 16,0 0 4-16,0-5-4 0,-2 0-2 15,-1-6-3-15,0 3 0 0,0-2-1 16,-4-1 0-16,-1-4-3 0,1-3-9 16,1-9-45-16,2-3-30 0,-3-11-46 15,1-14-19-15</inkml:trace>
  <inkml:trace contextRef="#ctx0" brushRef="#br0" timeOffset="19904.5791">26004 15437 462 0,'0'0'0'0,"62"-25"-49"0,-21 17 49 16,5 0 0-16,5 4 2 0,6-1-2 15,4 2 0-15,5 2 0 0,1-1-2 16,6 1-19-16,1-4-7 15,1-1-10-15,0 0-10 0,-2-3-8 0,-3 0 3 16,-4-3 2-16,-4-1-5 0,-4-2 17 16,-8-3 39-16,-5 1 2 15,-7-3 35-15,-8 3 2 0,-10 0-10 0,-8 0-8 16,-9 2 2-16,-4-1 6 0,-10 3 6 16,-5 2-18-16,-8 1-8 0,-5 6-2 15,-7 3-4-15,-6 2-2 0,-5 7 1 0,-5 3-1 16,1 3-1-16,1 3 1 0,5 0-1 15,2 1 2-15,6-2 5 0,5 0-1 16,4-1-3-16,6-2-3 0,7-1 1 16,8-2-1-16,5-2-4 15,4-2-5-15,8 2-8 0,5-1 2 16,5 1 15-16,4 6 1 0,2 2 2 16,4 3 1-16,2 2 7 0,3 2 6 0,4-1 1 15,0-1-2-15,3-3-6 0,-1-2-6 16,2-2 0-16,-3-6-1 0,-3-4-1 15,-2-4 0-15,-1-3 0 0,-2-6 1 0,0-7 0 0,0-3-3 16,-1-5 2 0,-2-2-1-16,-4-6 0 0,-4-4 3 15,-5-4-2-15,-1-8 0 16,-5-6 0-16,1-7-1 0,-6-6 0 0,0-7-1 16,-2 1 0-16,-1 1 0 0,-1 9 0 15,-1 8 0-15,0 8 1 0,-1 13 0 16,-3 9 8-16,2 9 11 0,1 6-2 15,0 5 0-15,1 5 5 0,0 0-1 0,0 13-17 0,0 11-4 16,0 10 1-16,-1 11 6 16,-3 11 5-16,-2 10 2 15,2 7-2-15,3 2-6 0,3 1 0 0,10-5-4 16,8-6 2-16,8-8-3 0,6-7 1 16,6-7-1-16,2-7 1 0,1-5 0 15,1-6 0-15,-4-9-2 0,-2-7 4 16,-2-9-5-16,-3-8-2 0,-2-13 2 15,-2-10-5-15,-2-11 2 0,-2-8 0 16,-1-9 0-16,-3-12-10 0,-8-11-6 16,1-8 2-16,-7-6 2 0,-3-4 5 15,-2-4-2-15,-1 5 9 0,0 8 1 0,-1 12-1 16,0 18 1-16,-5 20 2 16,-2 19 3-16,-1 15 16 0,3 7-4 15,0 14-9-15,2 10-5 0,-1 11 4 0,4 7 11 16,-1 11 4-16,1 5 4 15,1 5-3-15,3 6 3 0,1-1-13 16,1 0-1-16,1 3 6 0,-3-3-7 0,0 1-6 16,-1-6 0-16,0-4-1 0,5-5 0 15,-3-9-1-15,8-3 0 0,-1-12 0 16,3-6 0-16,3-7 0 0,-1-8-1 16,0-9-8-16,3-4-17 0,-2-17-3 15,2-8-5-15,1-11-8 0,2-11-17 0,-3-10-10 0,1-6-11 16,1-7-23-1,-1 1 6-15,1 10 0 0</inkml:trace>
  <inkml:trace contextRef="#ctx0" brushRef="#br0" timeOffset="20153.7866">28464 14784 97 0,'0'0'60'16,"0"0"-4"-16,0 0-9 0,56 18-15 0,-46 3-2 15,-5 3-8-15,-3 4-1 0,-2 1-5 0,-9 3-5 16,-3 2 2 0,-4-2-6-16,-3-1 3 0,-2 0 4 15,-6 0-9-15,-3-2-1 0,-4-4-1 0,-2-1-1 16,0-4 4-16,5-11-3 0,8-4 0 15,9-5-3-15,7-3 3 16,7-4 16-16,5-2 21 0,7 2-23 0,8 3-3 16,6 4-1-16,6 5 0 0,9 8 7 15,1 11 0-15,4 4 0 0,-2 7-4 16,-3 8-4-16,-2-2-2 0,-2 6-9 0,-5-1 1 0,0 1-1 16,-3-2 0-1,-1-2-1-15,0-1-5 0,-3-2-5 16,1-3-47-16,-4 0-24 0,1-8-21 0,-4-6 4 15,-3-10-204-15</inkml:trace>
  <inkml:trace contextRef="#ctx0" brushRef="#br0" timeOffset="20682.0554">28829 15370 522 0,'0'0'0'0,"0"0"-7"0,66-71-16 16,-40 45 23-16,-1 0 0 16,-2-2 1-16,-3-5 1 0,-2-4-2 15,-7-5 0-15,-1-4 0 0,-4-3 0 16,-3-3-4-16,-3 3 1 0,-4 6-6 15,-6 5 7-15,-7 12 1 0,-8 6 1 16,1 10 0-16,-5 6 1 0,2 4-1 16,4 5 0-16,2 9 1 0,7 6 3 0,4 5 4 15,10 4-1-15,13 2 3 16,16 6-2-16,11 1 5 0,15 1-3 16,10 1-3-16,3-1-2 0,0-1-2 15,-6-4-3-15,-6 0 1 0,-16-4 0 0,-12-3 0 16,-18-2-1-16,-15 1-2 0,-17-1-11 15,-18 0 0-15,-12 5 3 0,-8 2-2 0,-15 2-8 16,-7 5-23-16,-6 2-30 0,6-6-83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1:14:02.239"/>
    </inkml:context>
    <inkml:brush xml:id="br0">
      <inkml:brushProperty name="width" value="0.05292" units="cm"/>
      <inkml:brushProperty name="height" value="0.05292" units="cm"/>
      <inkml:brushProperty name="color" value="#FF0000"/>
    </inkml:brush>
  </inkml:definitions>
  <inkml:trace contextRef="#ctx0" brushRef="#br0">7472 16793 176 0,'0'0'17'0,"0"0"-17"0,0 0-1 16,0 0 1-16,0 0 0 0,0 0 0 0,0 0-2 16,0 0 2-16,-43-1 3 0,41 0 0 15,1 0 6-15,1 1 6 0,-1-2 0 16,1 2 1-16,0 0-3 15,0 0-5-15,0 0 1 0,0 0-6 0,1 0-2 16,4-1 6-16,1 0-5 0,1 1 1 16,4 0-1-16,3 0-2 0,0 2 0 15,6 0 1-15,1-1-1 0,4 0 1 16,2-1-1-16,6 0 0 0,2 0 1 16,7-2 0-16,-3-2-1 0,6 0 0 0,3 1 0 0,0-2-3 0,2 3 0 31,2-2-1-31,0 0-1 0,10-3-1 15,0 1 1-15,0 0 2 0,4 1 0 0,-12 1 1 16,0 2 2-16,-2 0-1 16,-5 2 0-16,0 0 1 0,-6 0 0 15,3 1 0-15,-4 2-1 0,2-2-3 16,-1-1 2-16,-1 1-1 0,0-1-3 16,1 0-1-16,-3 2 1 0,3-2 1 15,-2 0 3-15,1 0 2 0,0 0 0 0,-1 0 1 16,5 0-1-16,-2 0 0 0,3 0 0 15,1 0-5-15,0 0-3 0,2 0 7 16,-4 0-9-16,4 0 10 0,-4 0 0 16,2 0 1-16,1 0-1 0,2 0 2 15,0 0-1-15,1 0-1 0,1 0 0 16,1 0 1-16,1-2-1 0,2 0 0 16,2 0-1-16,2 1 1 0,4-1 0 15,-3 0 0-15,3 0 0 0,-1 1 0 0,1 0 0 16,2 1 4-16,1 0-1 15,1 0-1-15,1 0 2 0,-1 0-3 0,-1 0 1 16,0 1-2-16,0 1 0 0,0-1 0 0,3-1 1 0,1 0 1 16,2-2-1-1,1-2 0-15,-1 1 1 0,1-3-2 0,0 2 3 16,-4-2-2-16,3 4 1 16,-4 2 1-16,4-1 1 0,1 0-3 15,-3-1 5-15,1 2-1 0,-3 0 0 16,-1 0-4-16,-2 0-1 0,-4 0 0 0,2 0 1 0,-7 0-1 0,1 1 0 31,-6 1 0-31,-3-1 0 0,-4-1 0 16,0 3-1-16,-6-3 1 0,0 4 0 15,-3-2-12-15,-4-2-17 0,-5 0-23 16,-3-6-65-16</inkml:trace>
  <inkml:trace contextRef="#ctx0" brushRef="#br0" timeOffset="1890.8051">9511 8922 326 0,'0'0'12'0,"0"0"-12"16,0 0-7-16,0 0 7 0,0 0 5 16,-53 26 7-16,44-29 6 0,-3-4 2 15,1-7 4-15,0-7-2 0,-2-5-1 16,0-7-3-16,-1-7-3 16,3-8 3-16,2-7-4 0,3-6-1 0,1-8-2 15,5-4-6-15,5-6 0 0,8-4-4 16,6-8 0-16,5-9 0 0,11-10-1 15,8-11 0-15,11-10 0 0,7-11 2 16,14-7-1-16,15-10 0 0,13-11-1 0,13-5-2 16,9 0 1-16,11 1 1 15,2 10 1-15,6 7 1 0,3 7-2 16,-1 5 2-16,0 10-4 0,2 8-2 16,-3 8 4-16,-7 13 2 0,-2 5-1 15,-2 6-1-15,-6 7 0 0,-3 3-4 16,-8 11 4-16,-6 6 1 0,-9 10 1 15,-8 5-2-15,-8 9 1 0,-10 5 0 16,-10 8-1-16,-6 4-3 0,-11 7 3 0,-11 4 0 0,-6 6 0 16,-9 4-2-16,-10 2 2 15,-4 1 0-15,-8 3-1 0,-1 0 0 16,0 0-7-16,-1 0-5 0,-2 0 5 16,-7 0-3-16,-2 3-12 0,-6 0-9 0,-3-2 4 15,1 0 5-15,-5-1 4 16,4 0 10-16,2-2 4 0,-1-5 5 0,4-1 1 15,1-3-1-15,1-1 2 16,2 1 0-16,4 2 2 0,0 0 4 16,2 2 6-16,4 3 1 0,1 1 2 15,1 1 0-15,0 0 6 0,4 1-18 16,7-2-4-16,4 1-1 0,8-1 0 16,5 0 1-16,2 3-1 0,6 0 0 0,-2 0 0 15,1 6 1-15,-3-3-1 0,-6 1 0 16,1 1 0-16,-8 1 0 0,-5 0-1 15,-7 1 1-15,-1 2-1 16,-5 6-2-16,-4 6 2 0,-8 8 1 0,-12 9 2 0,-13 11 2 16,-6 12 0-16,-12 5-1 15,-2 4-3-15,3 4-1 0,6-6-46 0,13-3-60 0,10-20-134 0</inkml:trace>
  <inkml:trace contextRef="#ctx0" brushRef="#br0" timeOffset="2407.7322">13408 4463 408 0,'0'0'40'16,"0"0"-40"-16,0 0-8 0,0 0 8 0,0 0 12 15,0 0-4 1,0 0-8-16,0 0-1 0,0 0-1 15,2 19 2-15,6 12 1 0,-2 1 1 16,-2 5 4-16,-2 4-3 0,-2 0 0 16,0 1 1-16,0-2-1 0,0-5-1 15,0 0-2-15,-1-4 3 0,1-5-3 0,-1-2-1 16,1-4-12-16,0-5-34 16,0-2 8-16,0-6-48 0,0-7-27 15,0-2-6-15</inkml:trace>
  <inkml:trace contextRef="#ctx0" brushRef="#br0" timeOffset="2810.6113">13385 4427 337 0,'0'0'0'16,"0"0"-4"-16,53-32 1 15,-30 30 3-15,3 1 3 0,-2 1-1 16,2 0 5-16,-5 6 0 0,0 1-3 15,-2 2-1-15,-6 1 0 0,-3 0 2 16,-4 0-4-16,0 3 0 0,-6-1-1 0,0 4 2 16,-6-1 4-16,-3 5-2 15,-4-1 1-15,-4 3-4 0,0-1 2 16,-2 0 0-16,-2-1-2 0,-1-1 0 16,-1-2-1-16,-2-3 0 0,5-6 0 15,2-3 0-15,1-4 0 0,3-1 2 0,5-1-2 16,1-3 0-16,5 1 2 0,2 1 0 0,1 0 3 15,0 1 4-15,5 1-2 16,8 0-7-16,3 0 1 0,5 0 3 16,7 6 3-16,0 1 7 0,2 4 1 0,2 2 1 0,-1 0-5 15,0 2-6 1,-1 3 0-16,-1 0-2 0,0 5-2 0,-2 0 0 0,-5 4 0 16,1 0-1-1,-5 1-1-15,-2 3-38 0,-2-2-21 0,-3-3-35 16,-3-6-80-16</inkml:trace>
  <inkml:trace contextRef="#ctx0" brushRef="#br0" timeOffset="3106.6705">13974 4737 399 0,'0'0'92'0,"0"0"-92"0,0 0-3 16,0 0 3 0,0 0 15-16,0 0-6 0,0 0-4 15,0 0-5-15,13-8-1 0,-6 20 1 0,1 3 1 16,-1 4-1-16,0 5 2 15,-4 2-2-15,-2 4 1 0,-1 1 2 16,-2 6-2-16,-1 1-1 0,-3 3-40 16,4-6-34-16,0-5-48 0,2-7-33 0</inkml:trace>
  <inkml:trace contextRef="#ctx0" brushRef="#br0" timeOffset="3390.77">14399 4681 424 0,'0'0'67'0,"0"0"-67"15,0 0-7-15,0 0 7 0,0 0 5 16,0 0-2-16,0 0-3 0,0 0 0 16,0 0 0-16,16 33 1 0,-16-13-1 0,0 5 2 0,-3-2 1 0,-5 5-1 31,-1 3-2-31,-3-1-68 0,1 1-36 0,0-12-48 16</inkml:trace>
  <inkml:trace contextRef="#ctx0" brushRef="#br0" timeOffset="3877.1593">14811 4299 132 0,'0'0'335'0,"0"0"-335"0,0 0-5 0,0 0 5 16,0 0 18-16,0 0-16 16,-50-1 0-16,38 24 0 0,2 6-1 15,-2 5 2-15,2 2-2 0,4 1 3 16,0 3-1-16,4-1 1 0,1 1-2 16,1-3 0-16,5-1 1 0,1-5-2 15,5-4 0-15,-2-3 2 0,4-5-2 16,1-5 0-16,-2-3 0 0,2-2 1 15,-5-5 1-15,2-3-3 0,-4-1 0 16,0-5-4-16,0-8 0 0,3-5-5 16,-2-6-5-16,2-2-6 0,0 0 5 0,0 1 0 0,-2 2 10 15,2 3 5-15,-1 4 1 16,1 5-1-16,3 0 0 16,0 3 2-16,2 1 0 0,-3 1 4 0,1 4-1 0,1 2 2 0,-3 0-1 0,1 9-4 31,-1 1-1-31,0 3 2 0,-2 2 2 15,-3 4-3-15,-1 1 3 0,-3-2-1 16,-1 1-2-16,0 0 0 0,-1 1 0 16,0 1 0-16,0-2-2 15,0 3 0-15,0 0-57 0,0-4-44 0,2-2-59 16</inkml:trace>
  <inkml:trace contextRef="#ctx0" brushRef="#br0" timeOffset="4100.192">15320 4677 504 0,'0'0'0'0,"0"0"2"0,0 0-2 16,0 0 4-16,0 0-1 15,0 0 1-15,0 0 1 0,20 11-4 0,-14 0-1 16,-2 4 1-1,0 0 0-15,-3 4-1 0,-1 1 0 0,0 1-1 0,-2 2-28 0,-2 0-36 0,0-1-24 32,0 0-40-32</inkml:trace>
  <inkml:trace contextRef="#ctx0" brushRef="#br0" timeOffset="4408.5637">15787 4368 470 0,'0'0'25'15,"0"0"-25"-15,0 0 0 16,0 0 0-16,0 0 2 0,0 0-2 15,0 0 5-15,0 0-1 0,0 0 1 0,30 58-2 16,-23-36 3-16,-1 6 2 16,-2 1-1-16,-3 2-3 0,-1 4 0 0,0 0-3 15,-5 2 0-15,-3 1 1 0,-1-2 1 0,0 0-3 16,2-9-9-16,0 0-60 16,3-5-28-16,3-6-25 0,1-6-27 15</inkml:trace>
  <inkml:trace contextRef="#ctx0" brushRef="#br0" timeOffset="4989.2132">15820 4357 511 0,'0'0'0'16,"0"0"-40"-16,0 0 40 0,34-61 4 15,-13 51 0-15,5 1 7 0,2 1-6 16,-2 8-5-16,1 0 0 0,-4 2 0 16,-2 6 0-16,0 4 0 0,-4 4-3 15,-3 2 1-15,-5 3 0 0,-3 5 2 16,-6 0 0-16,-3 6 0 0,-9-2-1 16,-8 3 1-16,-4 3 2 0,-5-4 0 0,1-6 0 15,0-2 0-15,6-6-2 0,9-8 0 16,5-6 2-16,7-2-2 15,1-2 0-15,1 0 0 0,9-3 4 0,4-5-2 16,7-3-2-16,4 1-1 0,1 1-4 16,-2 2-4-16,0 2 1 0,-3 5 5 15,-2 0-1-15,-1 0 2 0,-1 7 2 16,-3 1-1-16,-3 3 0 0,-3 3-1 16,-4 0-3-16,-4 3 3 15,-3 0 2-15,-6 1 0 0,-1-2 2 0,-4 1 5 16,-3 1 1-16,0-3 2 0,-4 0-6 15,0 1 0-15,0-4-1 0,4-2 0 16,-4-1-3-16,6-4 0 16,3-2-45-16,3-3-27 0,6-4-27 15,3-4-36-15</inkml:trace>
  <inkml:trace contextRef="#ctx0" brushRef="#br0" timeOffset="5269.5674">16379 4639 525 0,'0'0'0'16,"0"0"-8"-16,0 0 8 0,0 0 12 16,0 0 3-16,0 0-1 0,0 0-10 15,16-2-4-15,-8 14 1 0,2 3 1 0,-2 2 5 0,-1 1 0 0,-1 3-1 31,-2-1 0-31,-2-1 1 0,0 2-3 0,-2 1 0 16,0-4 1-16,-3 3-4 16,-3-2-1-16,0-1 3 0,-2-1-2 15,2-2-1-15,-1-1-2 0,2-4-24 0,-1-2-26 16,1-2-36-16,2-6-37 16,1-1-48-16</inkml:trace>
  <inkml:trace contextRef="#ctx0" brushRef="#br0" timeOffset="5777.9209">16712 4089 427 0,'0'0'0'16,"0"0"-6"-16,0 0 6 0,0 0 9 15,0 0 16-15,0 0-2 16,0 0-11-16,65-12-7 0,-43 31-3 0,6 5 6 15,-2 4-1-15,0 4 1 0,1 4-2 16,-6 0-1-16,-3 4-1 0,-3 5 1 16,-4 0-3-16,-7 7-1 0,-4 0 0 15,-7 7 0-15,-8 5 1 16,-9 1-2-16,-5 2 0 0,-8 2-16 0,-3 1-50 16,-7-2-31-16,4-12-65 0</inkml:trace>
  <inkml:trace contextRef="#ctx0" brushRef="#br0" timeOffset="6352.5889">13214 4271 219 0,'0'0'239'15,"0"0"-239"-15,0 0-6 0,0 0 6 0,0 0 13 16,-30-52-1 0,24 50 3-16,0 2-4 0,-5 4-11 15,2 6 0-15,-3 8-3 0,-3 12 1 0,-1 5 1 0,1 7 1 16,0 5 0 0,4 9 0-16,2 1 1 0,2 4-1 15,2 4 2-15,5-1-1 0,0 3 1 0,8-3-1 16,3 1 2-16,10-4-3 15,3-4 0-15,7 0 2 0,5-3 0 0,10-3-1 16,5-2-1-16,8-6-46 16,4-6-38-16,-2-11-66 0</inkml:trace>
  <inkml:trace contextRef="#ctx0" brushRef="#br0" timeOffset="7102.3977">15638 4617 442 0,'0'0'3'15,"0"0"-1"-15,0 0-1 0,0 0 7 16,0 0-2-16,0 0-2 0,0 0-4 15,13 20 0-15,-10-2 0 0,-2 4 0 16,-1 8 1-16,-5 8-1 0,-6 4-37 16,-7 3-57-16,0-3-61 0</inkml:trace>
  <inkml:trace contextRef="#ctx0" brushRef="#br0" timeOffset="13773.2521">10859 8658 184 0,'0'0'3'0,"0"0"-2"16,0 0 3-16,0 0 24 0,-50 35 3 0,45-34-8 16,-1-1 5-16,1 0 4 0,3-2-2 0,0-3-4 15,1 0-5-15,1-1-3 16,0-1-8-16,5-5-6 0,8-3 1 0,3-6-1 15,5-5-1-15,10-4 2 16,5-6-2-16,11-5-1 0,5-2 0 0,12-12-1 16,9-3 1-16,11-6-1 15,9-7 1-15,13-1 1 0,15-8 0 16,14-6 0-16,13-2-1 0,9-6 0 0,10 1-2 16,8-5 3-16,19-5-2 15,10-4 4-15,23-10-5 0,8-4 2 16,13-4-1-16,12-2 5 0,5 1-3 0,9 2-1 15,3 4-1-15,-1 3 1 16,-1 4-2-16,-5 2 0 0,-6 7 0 16,-5 4 0-16,-6 8 0 0,-7 7 2 0,-9 5-2 15,-13 5-4-15,-10 4 4 16,-7 5 3-16,-11 2-2 0,-12 4-1 16,-11 6 0-16,-15 2 1 0,-11 4 0 15,-16 3-2-15,-12 0-3 0,-14 10 4 0,-10 0 2 16,-12 6 1-16,-13 7-2 15,-10 2 0-15,-11 3 1 0,-13 5-2 0,-7 2-1 16,-10 3-7-16,-9 1-19 0,-4 4-4 16,-6-1 7-16,0 3-3 0,-9 0-7 15,-2 0-25-15,-4 0-2 16,-2 0 0-16,-2 0 13 0,-1-2 6 0,3-3-11 0</inkml:trace>
  <inkml:trace contextRef="#ctx0" brushRef="#br0" timeOffset="13991.9386">18701 4868 95 0,'0'0'18'0,"0"0"11"0,0 0 4 15,0 0 6-15,0 0-9 16,-33-55-8-16,33 47 7 0,7 0-3 16,1-1-12-16,5 2-7 0,4 0-4 0,5 0 0 15,6 0-1-15,4 2-1 16,0-1 3-16,2 3-3 0,0 1-1 0,-2 0 0 16,-4 2 0-16,-3 0 0 0,-4 7 0 15,0 0 0-15,-10 4 0 0,0 2 0 16,-5 2 1-16,-5 3 2 0,-1 4 4 15,-8 9 2-15,-5 0-1 0,-7 6 5 16,-5 6-6-16,0 3-7 0,-5 8 3 16,-1 6 0-16,2 5-3 0,1 0-65 15,0-9-66-15</inkml:trace>
  <inkml:trace contextRef="#ctx0" brushRef="#br0" timeOffset="14520.101">19550 4171 510 0,'0'0'0'16,"0"0"0"-16,0 0 3 0,0 0 2 15,0 0-5-15,0 0-2 0,0 0-7 16,0 0 9-16,0 0 8 0,17 68 1 15,-9-28 0-15,-3 4 0 0,0 2-6 16,-4 3-1-16,-1-1 2 0,0 2-1 0,0-2 0 16,-1-3-2-16,1-2 2 0,0-5-3 15,4-4-21-15,1-8-10 0,6-5-32 0,-5-8-12 0,3-10 6 16,-3-5-21-16</inkml:trace>
  <inkml:trace contextRef="#ctx0" brushRef="#br0" timeOffset="14876.5684">19607 4138 169 0,'0'0'287'0,"19"-61"-287"0,-1 48-15 16,6 5 12-16,-2 2 3 0,2 6 0 0,-2 0 0 16,-1 5 1-16,0 3-1 15,0 4 1-15,-1 2-1 0,-4 1 0 16,-3 1 0-16,-2 1 0 0,-4 1-2 15,-5 6 1-15,-3 3 1 0,-12 3 1 16,-4 2-1-16,-4 0 3 0,-4 0-1 16,-1-3 2-16,-1-3-4 0,1-3-1 15,3-7 0-15,5-4-2 0,2-6 3 0,4-3 1 16,5-3-1-16,0 0 6 0,4 0-4 16,3-2 3-16,0 1 5 0,0 1 4 15,0-1-12-15,3 1-2 0,8 0-2 16,3 2 2-16,4 5 1 0,4 0 4 15,4 3 1-15,1 1-3 0,0 1 2 16,0 6-5-16,-2 1 1 0,3 2 0 16,1 2-1-16,-4-1-5 0,3 3-40 0,0-3-41 15,-5-3 0-15,-5-7-29 0</inkml:trace>
  <inkml:trace contextRef="#ctx0" brushRef="#br0" timeOffset="15228.1851">20253 4439 565 0,'0'0'0'0,"0"0"-33"0,0 0 23 16,0 0 10-16,50-57 3 0,-29 53 0 15,5 0-2-15,2 3-1 0,-1 1 0 16,-2 4 0-16,-2 3 0 0,-1 2-1 15,-5 3 1-15,-3 5 0 0,-5 0-2 0,-5 7 1 16,-4-2-4-16,-6 6-5 16,-9 0 3-16,-4 0 6 0,-4 2 0 0,0-4 0 15,4-2 2-15,1-5-4 16,4-7 6-16,3-3-2 0,5-1 1 16,2-5-1-16,3-1-1 0,1-2 0 0,0 0-1 0,2 0-1 15,5 0 2-15,5 0 0 16,3-2 3-16,7 0-1 0,4-4 3 15,2 1-5-15,4-2-21 0,0 1-36 0,2 1-18 0,1-1-13 32,0 1-4-32,-4 2-49 0</inkml:trace>
  <inkml:trace contextRef="#ctx0" brushRef="#br0" timeOffset="15398.292">20922 4569 312 0,'0'0'10'16,"0"0"2"-16,0 0 28 0,0 0 9 15,0 0-12-15,0 0 0 0,0 0-16 16,0 0-13-16,0 0-8 0,8-5-2 16,-8 21 0-16,-5 4 2 0,-3 3 0 15,-3 6 0-15,-1-2-24 0,-1 0-22 0,1-2-39 16,3-3-27-16,0-7-46 16</inkml:trace>
  <inkml:trace contextRef="#ctx0" brushRef="#br0" timeOffset="15868.9163">21279 3824 410 0,'0'0'0'0,"0"0"-6"0,0 0 6 16,0 0 16-16,0 0-11 16,0 0 2-16,-46 51 3 0,40-19 5 15,3 4-2-15,0 5 7 0,3 0-10 16,0 1-7-16,3 4 3 0,4-2 1 16,4-1 2-16,1-1-4 0,3-3 0 15,2-6 0-15,3-5-4 16,-2-8 2-16,2-7-1 0,0-6-1 0,0-4 2 15,-1-3-2-15,0-7-2 0,-2-5-9 16,0-8-14-16,-1-2-4 0,-1-6 0 0,-1-4 7 0,2 2 2 16,0-2 6-1,-1 4 8-15,0 6 5 0,0 5-2 16,-2 3 2-16,1 3 0 0,-1 3 3 0,1 2 2 0,-2 4 3 16,-1 2 5-16,-1 2 0 15,-2 6-2-15,1 1 3 0,-3 3 1 0,-1 2 0 16,1 2-3-1,0 2-6-15,-3 1 1 0,2 2-1 0,0 3-5 16,0-1 1-16,1 2-2 0,0 2 0 0,-2 0-7 0,0-2-60 0,-1-1-18 31,-1-5-91-31</inkml:trace>
  <inkml:trace contextRef="#ctx0" brushRef="#br0" timeOffset="16244.2239">22030 4210 396 0,'0'0'11'0,"0"0"-8"0,0 0 11 16,0 0 18-16,0 0 2 15,0 0-6-15,54-51-11 16,-37 45-10-16,3 3-4 0,1 2-2 0,0 1 0 15,-1 1-1-15,-1 4 1 0,2 3-1 0,0 3 0 16,-3 0 0-16,-3 4 2 16,-3 2-2-16,-2 1 0 15,-5 3-2-15,-3 0 1 0,-2 4 1 0,-6 0-1 16,-7 0 1-16,-6 2 2 0,-3-3 1 16,-1 2-3-16,2-6 3 0,3-3-2 15,6-3-1-15,5-7 1 0,4 0 0 16,-1-4 0-16,4-2-1 0,0 1 0 15,5-2 0-15,4 0 1 0,5-1 1 16,6-3 1-16,7 0-2 0,3-2-1 0,3 1-2 16,2-1-47-16,1-1-38 15,5 0-37-15,-6-4-38 0</inkml:trace>
  <inkml:trace contextRef="#ctx0" brushRef="#br0" timeOffset="16418.3738">22803 4307 214 0,'0'0'261'0,"0"0"-258"16,0 0 0-16,0 0 26 0,0 0-13 15,0 0-3-15,0 0 1 0,0 0-8 16,-1 29-4-16,6-10-2 0,-5 5 2 16,0 3-1-16,-9 6-1 0,-2 1-49 15,-3 0-107-15,-1-9-87 0</inkml:trace>
  <inkml:trace contextRef="#ctx0" brushRef="#br0" timeOffset="16856.4989">23179 3622 588 0,'0'0'0'0,"0"0"-3"0,0 0 0 16,0 0-1-16,0 0-9 0,0 0 13 15,13 62 8-15,-9-29 1 0,0 3-3 16,0 4-2-16,0 1-2 0,-1-5-2 15,3-1 4-15,2 0-3 0,0-1-1 16,5-3-2-16,0-2-20 0,3-4-25 16,-2-2-29-16,0-6-23 0,-6-11 1 0,2-6-89 15</inkml:trace>
  <inkml:trace contextRef="#ctx0" brushRef="#br0" timeOffset="17200.6812">23337 3596 525 0,'0'0'0'0,"47"-54"-8"16,-16 47 4-16,-1 7 4 0,-1 5 1 15,-2 8 3-15,-6 5 2 16,-4 6-4-16,-2 5-2 0,-9 6-1 0,-6 1 1 0,-3 1 0 16,-8 5 0-1,-8-3 0-15,0-4 0 0,2-6-9 16,4-6-5-16,8-6-9 0,4-7 7 15,2-5 0-15,6 1-21 0,6-2 16 16,3-3 21-16,4 4 0 0,3-3 1 16,-3 0 0-16,-1 1 0 0,-3 1-1 15,-4 0 7-15,-8 0-1 0,-3 3 1 0,-1 1-5 0,-6 2 5 16,-8 4 8 0,-4-1-3-16,-9 5-2 0,1-5-5 0,-3 3 0 15,-3-1 0-15,3-1-1 16,3-2-2-16,2 1-1 0,6-3-1 15,6-2-30-15,7-1-55 0,5-6-56 16</inkml:trace>
  <inkml:trace contextRef="#ctx0" brushRef="#br0" timeOffset="17526.3695">24036 3902 504 0,'0'0'96'16,"0"0"-96"-16,0 0-24 16,0 0 24-16,50-38 5 0,-34 38-3 0,-1 2 0 15,3 5-1-15,-2 7-2 16,0 2 1-16,-9 5-4 0,-2 4 0 0,-6 3-2 16,-10 0-13-16,-6 1 7 0,-7 1 12 0,0 2-2 15,-4-5 2-15,4-4 1 16,1-3-1-16,9-4-2 0,3-3 2 15,7-6 4-15,3-3-1 0,1-2-2 16,1-1 0-16,3-1 1 0,11 0 4 0,3-6 1 0,6 1 1 0,10-6 1 31,6-1-5-31,5 0-1 0,3 1-3 16,5-4-7-16,1 1-40 0,0-3-50 0,3-4-38 0,-12-1-36 16</inkml:trace>
  <inkml:trace contextRef="#ctx0" brushRef="#br0" timeOffset="17767.4654">24737 3117 241 0,'0'0'256'0,"0"0"-256"16,53-9-7-16,-25 22 6 0,5 10 1 0,6 3 6 15,0 10 6-15,2 7 1 16,-1 6-1-16,-5 7-2 0,-6 4-5 0,-6 7 0 16,-7 5-4-16,-3 5-1 15,-9 9 0-15,-4 6 0 0,-3 5-5 16,-10 3-62-16,-4-3-42 0,0-15-70 0</inkml:trace>
  <inkml:trace contextRef="#ctx0" brushRef="#br0" timeOffset="18241.3527">19332 3816 487 0,'0'0'0'0,"0"0"-8"15,0 0 5-15,0 0-1 0,-45 95 4 16,33-22 1-16,-6 16 8 0,-1 18 2 0,2 15-3 15,5 4-2-15,12 1-1 16,10-5-2-16,19-4 0 0,20-5-1 16,16-5 0-16,15-4-2 0,17-4-40 15,17-9-32-15,14-6-33 0,10-24-71 0</inkml:trace>
  <inkml:trace contextRef="#ctx0" brushRef="#br0" timeOffset="19940.0789">17280 4420 157 0,'0'0'273'0,"0"0"-271"0,0 0-2 16,0 0 1-16,0 0 7 0,18-8-8 0,13 1 4 15,12-3 7-15,14-3 10 0,15-1-3 0,15-4-2 32,12-2-4-32,12-4-5 15,9-1 0-15,4-1-1 0,8 0-6 0,-2 0 0 16,0 2 0-16,-10 3 2 0,-10 2-2 16,-11 2 1-16,-13 0 1 0,-8 2-2 15,-11 1-2-15,-11 2-14 0,-9 4-14 16,-11 0-11-16,-11 6-5 0,-14 2-18 15,-11 0-10-15,-12 4-24 0,-10 1-26 0</inkml:trace>
  <inkml:trace contextRef="#ctx0" brushRef="#br0" timeOffset="20288.9921">17239 4673 399 0,'0'0'5'15,"-57"34"-5"-15,48-31-2 0,7 0 2 0,2-3 2 0,10-4 13 16,14-6 25-16,12-8-9 16,19-4-4-16,21-8-3 0,15-4-2 15,18 0-2-15,6-1-6 16,9 2-3-16,6 1-4 0,4 1-2 15,4-1-5-15,2 0 0 0,0 1 0 0,-4 1 2 0,-6 1-1 16,-11 1 0 0,-5 0 2-16,-12 3-3 0,-8 0-3 0,-13 3-1 0,-18 6-5 15,-11 0-16-15,-14 5-3 16,-16 4-2-16,-11 3-12 16,-12 4-17-16,-17 0-4 0,-15 8 1 0,-11 0-52 15,-5-1-57-15</inkml:trace>
  <inkml:trace contextRef="#ctx0" brushRef="#br0" timeOffset="20580.458">17212 4750 402 0,'0'0'3'0,"0"0"-3"0,-50 24 1 0,50-24 4 15,12-6 13-15,8-6 21 16,15-5-18-16,20-5 1 0,18-6-4 16,20-2 5-16,12-5-4 0,12 0-2 0,6 4-4 15,2-4-6-15,4 3-4 16,0 1-3-16,-3 2-1 0,1 0 1 0,-9 0 1 16,-5 6 0-16,-10 2 2 0,-6 0-3 15,-11 5 0-15,-7 1-29 16,-13 2-5-16,-12 3-4 0,-9 2-4 15,-13 4-11-15,-12-1-9 0,-9 3-3 0,-11 1-2 16,-8-3-4-16,-8 0-26 0</inkml:trace>
  <inkml:trace contextRef="#ctx0" brushRef="#br0" timeOffset="30416.7542">4302 17735 156 0,'0'0'1'16,"0"0"-1"-16,0 0 1 0,0 0 16 0,0 0 4 16,0 0 4-16,0 0-1 15,0 0-2-15,-26-48 3 16,26 46-5-16,0-2 2 0,0 2-8 15,0 0-5-15,2 1-6 0,0 1-3 16,5 0 0-16,4 0 0 0,3 0 3 16,3 0-3-16,1 5 0 0,8 0 0 0,-1 1 0 0,6 0 0 15,6-1 0 1,5-2 0-16,5-1 0 0,4-2 1 0,3 0-1 16,4 0 1-16,3 0-1 15,4-3 1-15,2 1 0 0,4 0-1 0,2 1 1 16,-1-1 1-16,5 1-2 0,-2 1 1 0,3 0 1 15,3 0-2-15,0 3-2 16,3 0 2-16,-1 2 0 0,0-2 1 0,0 3-1 0,0-1 0 0,-2 1 0 31,1-4 0-31,-4-1 0 0,-2-1 2 16,3-2-2-16,-1-1-2 0,0-4 2 16,-1-1 0-16,3 2 0 0,-1 0 0 15,2 1-1-15,2 1 2 0,1-1-1 16,3 1 1-16,0 2 0 0,5 0-1 0,1 1-3 15,2-3 3-15,1 2 0 16,2-2 0-16,12 1 0 0,2 2 0 0,1-3 2 16,2 1-2-16,-11 0 0 15,4 0 0-15,-3 0-1 0,2-1 1 0,-1 0 0 16,-1 2 0-16,0 0 0 0,-3-1 1 16,1 0-1-16,0 1 0 0,-15-1-2 15,-2 0 2-15,-4 1 0 0,-1-1 0 16,5 1 0-16,-6 0 0 0,-3-1 1 15,-10 0 0-15,-4 1-1 0,-4-2 1 16,-5 3 0-16,-5-2-1 0,-5 1 0 16,-6-1 1-16,-5 0 1 0,-4 1 0 15,-4 0-1-15,-4 0 0 0,-6 0 0 16,1 0-1-16,-7 2 0 0,0 0-3 16,-2 6-18-16,-3 2-5 0,-2 4-20 15,-2 2-30-15,-8-2-16 0</inkml:trace>
  <inkml:trace contextRef="#ctx0" brushRef="#br0" timeOffset="34949.9506">12271 17322 280 0,'0'0'21'0,"0"0"-17"0,0 0-2 16,0 0 10-16,0 0 20 0,0 0 5 0,0 0-10 15,-16-24 6-15,16 24-23 0,0 0-1 16,0 0-4-16,0 0 2 0,0 0-2 16,0 1-2-16,0 1-1 0,5 1 0 0,3 1 2 15,9 0 3 1,5-1 1-16,8 1-2 0,5 0 0 15,6-1-2-15,1 0-1 0,7-1-2 0,2 0-1 16,13-1 0 0,-1-1 0-16,-1 0 0 0,-5-4 1 15,-14-1-2-15,-7-2-1 0,-1 1-4 16,-5-4-2-16,-4 3-2 0,-5-1 1 16,-5-1 1-16,-5 0 0 0,-5-2 4 15,-4 0 0-15,-2-1 3 0,-1 0 0 16,-8 1-3-16,-1 3-2 0,-4 1 2 0,-3 1 2 15,1 0 4-15,-1 2-2 16,4 2 0-16,5 0 0 0,2 0 1 0,6 2-1 16,1 0 0-16,7 0-3 0,-2 0 3 15,6 0 0-15,5 4 0 0,-1 3 0 16,4 4 0-16,-1 0-1 0,-2-1 0 16,-3 2 1-16,-3-1 0 0,-6 0-1 15,-3 0-2-15,-2 0 2 0,-4 3-3 0,-6 4 2 16,-4 3-4-16,-5 4-25 15,-4 5-29-15,-7 0-45 0,3-6-105 16</inkml:trace>
  <inkml:trace contextRef="#ctx0" brushRef="#br0" timeOffset="35826.6796">13625 17075 264 0,'0'0'252'0,"0"0"-252"0,-2-53-12 0,2 48 12 0,0 3 3 16,0 2 14-16,0 7-17 16,1 7-4-16,2 4 4 0,4 6 3 15,-2 6 2-15,0 2-2 0,1 2 1 16,-2 3-2-16,2-3 0 0,2-1-1 16,-1-5 1-16,3 0-2 0,-1-6 0 15,1 0-3-15,0-1-18 0,1-4-14 0,-1-1-14 16,-3-6-22-16,1-5 14 15,-3-5-61-15,-3-5-64 0</inkml:trace>
  <inkml:trace contextRef="#ctx0" brushRef="#br0" timeOffset="36083.8321">13595 17029 285 0,'0'0'0'15,"0"0"-12"-15,53-35 10 16,-26 35 2-16,3 8 14 0,3 5-4 0,1 5-4 15,-1 7-2-15,-1 4-4 16,-2 4 1-16,-5 5-2 0,-3 1-1 16,-5-3-3-16,-8 1-1 0,-9-6-4 0,-5-5 6 15,-11-2 4-15,-5-2 1 0,-6-3 14 16,-4-2 7-16,-2-2 4 0,-2 1-3 16,-1-5-1-16,-1-1-3 0,0-4-4 15,2 1-5-15,6-1-7 0,1-3 0 16,4 0-3-16,7 1 0 0,8-2-25 15,2 3-16-15,7-3-33 0,5-2-24 0,5 0-32 16</inkml:trace>
  <inkml:trace contextRef="#ctx0" brushRef="#br0" timeOffset="36623.2234">14094 17495 416 0,'0'0'0'16,"0"0"-80"0,0 0 58-16,0 0 22 0,54-59 2 15,-40 42 1-15,-2-1-1 0,2-1-2 16,-5-2-2-16,-3 0-4 0,-3-1 0 16,-3 2 4-16,0 0 0 0,-2 1 0 15,-5 4-2-15,-3 4-2 0,-4 3 6 16,1 7 0-16,-3 2 1 0,0 9 4 15,-2 3-4-15,0 3 9 0,3 1 3 16,2 3-3-16,1-1 1 0,6 4 0 0,1 0 1 16,5-2-3-16,1 0-1 0,7 0-1 0,5-2 0 15,2-2 0 1,7-2-2-16,2-4-1 0,5-5 0 16,4-5-1-16,3-1 0 0,2-6 0 0,1-6-3 15,1-6 0-15,0-2-9 0,-5-3-2 16,-2-3 3-16,-4-2 7 0,-3-8-1 0,-1-3 2 0,-6-11 0 0,0-5-2 0,-5-5 2 31,0 1 0-31,-5 1 0 16,1 5 0-16,-3 7 0 0,-2 12 2 15,-1 13 0-15,-4 7 7 0,0 10 8 16,0 4-3-16,-1 5-9 0,-2 9-5 0,0 5 2 16,0 9 10-16,2 4 4 15,1 6 5-15,0 7 1 0,4 4-5 0,4 3-5 16,0 0 1-16,3-2-5 15,0-3-3-15,-2-6-1 0,1-6-3 16,-3-2 0-16,0-4 1 0,-4-1-2 16,-1-3 0-16,-2-2-20 0,0-3-19 0,-2-2-17 15,-7-4-30-15,-7-9-61 0</inkml:trace>
  <inkml:trace contextRef="#ctx0" brushRef="#br0" timeOffset="36779.3318">14370 17391 495 0,'0'0'0'0,"0"0"-54"16,56-13 53-16,-25 8 1 15,4-2 2-15,2 0 2 0,-1-3-4 16,2 1-1-16,-1-4-48 0,2-8-44 0,-6 0-28 0</inkml:trace>
  <inkml:trace contextRef="#ctx0" brushRef="#br0" timeOffset="37080.273">14847 16765 453 0,'0'0'0'15,"0"0"-19"-15,0 0 0 16,25 55 19-16,-18-39 1 16,-2-1 8-16,-1-2 0 0,-1-2-3 15,-3-1-4-15,0-4-1 0,-2-2-1 16,-3-2 0-16,0-2-1 0,0 0 1 15,-1-7-5-15,-1-3-3 0,-1-5-8 16,3-3 3-16,2-2 7 0,3-3 0 16,0-2-3-16,9 4 3 0,3 4 5 15,2 4-1-15,4 7 2 0,1 1 9 0,5 5 3 16,0 0-3-16,1 3 3 0,-2 6 0 16,-1 2 4-16,-2 1-6 0,-2 6-2 15,0-1-4-15,0 5-4 0,-1 2 0 16,-1 4 0-16,-2 1-26 0,-3 1-16 15,-1 4-26-15,-2 0-36 0,-2-3-25 16</inkml:trace>
  <inkml:trace contextRef="#ctx0" brushRef="#br0" timeOffset="37245.5067">15471 17261 495 0,'0'0'0'0,"0"0"-9"0,0 0-4 16,8 66 10-16,-8-32 2 0,-12 6 0 16,-5 4-2-16,-5 3-52 15,-5 6-47-15,0-7-46 0</inkml:trace>
  <inkml:trace contextRef="#ctx0" brushRef="#br0" timeOffset="37776.8505">16221 17020 415 0,'0'0'42'0,"0"0"-42"0,-52-18-73 31,31 22 73-31,-3 8 7 16,-2 8 19-16,-5 9-3 0,-2 6-1 0,1 8-5 15,1 3 2-15,3-1-2 16,6 0-1-16,9-3-4 0,7-4-7 0,6-1-1 16,13-1-1-16,6-3 0 0,7 1 0 15,7-5-3-15,5-4-5 0,6-6-23 16,2-2-29-16,6-7-23 0,7-9-22 16,-7-1-51-16</inkml:trace>
  <inkml:trace contextRef="#ctx0" brushRef="#br0" timeOffset="38242.8938">16486 17529 492 0,'0'0'0'0,"0"0"-16"0,0 0 15 0,0 0 1 15,34-68 9-15,-24 48 2 16,3-5-5-16,0 0-5 0,-2-5 0 15,1-3-1-15,2-5 1 0,-5-8 0 16,1-5-1-16,-3-5-1 0,-2 2 1 0,-3 2-1 16,-2 6 1-16,0 4-1 0,0 4 0 15,0 5 1-15,-5 5-1 16,-3 8 1-16,2 6-3 0,-3 5 1 0,4 7 0 16,-2 2 1-16,0 8 1 15,0 7 0-15,-1 3 3 0,-1 9 0 16,-2 4 1-16,3 8-1 0,1 4 4 15,0 4-3-15,5 4 0 0,2 3 1 16,0 4-2-16,7-5-2 0,-2-2 1 0,5-4 0 0,-2-2-2 16,5-8 2-16,-4-2 0 15,1-5-2-15,3-7 0 16,-1-4 0-16,0-6-6 0,0-4 6 0,4-5-7 0,-1-2-4 0,3-2 3 31,1-4-2-31,2-5-12 0,1-1-4 0,-3-5-7 16,0 1 6-16,0-2-5 0,2-2-4 15,1-3 15-15,-1 2 2 0,0-2-8 0,3 3-10 16,-3 2 4-16,-1 2 1 16,1 1-1-16,-2 1-9 0,-4 0-4 15,-1 2 17-15</inkml:trace>
  <inkml:trace contextRef="#ctx0" brushRef="#br0" timeOffset="38751.1155">17042 17296 34 0,'0'0'54'0,"0"0"-14"16,0 0-5-16,0 0 0 0,0 0-7 0,0 0-7 15,0 0-1-15,0 0-2 0,-15-49 0 16,11 39 1-16,-3 0 3 15,0 0-7-15,1 1-1 0,-2 3-3 0,2 2 1 16,-3 2-5-16,2 1-3 0,-2 1-1 16,2 1-2-16,-4 5-1 0,3 1 0 15,-4 4 0-15,-2 2 0 0,1 2 0 16,-3 1-1-16,2 1 3 0,2 1-2 16,-1-1 1-16,6 2-1 0,0-4 0 15,4 0 0-15,3-4 0 16,0-1 0-16,0-3 0 0,1-2 0 0,5-2 3 15,1-1 0-15,0-1-3 0,3-1 0 16,1 0-3-16,1-1 1 0,2-4-4 16,-1-2-4-16,-2 2-2 0,0 0 5 15,-1-1 4-15,-3 3 0 0,2 0 2 16,-5 1-3-16,1 2 4 0,0 0-3 16,-2 3 3-16,-2 4-2 0,1 1-2 0,-2-1 2 15,0 2 1-15,0 3 1 16,0-2 1-16,0 2-1 0,-2 0 1 0,-2-1 0 15,0-2 3-15,1 1-4 16,1-4 0-16,1-3 0 0,0-2 1 16,1 0-1-16,0-1 3 0,0 0 2 15,1 0 1-15,4-2 2 0,4-3-7 0,6 1 0 16,1-3-1-16,4 2 0 0,3-1 0 16,2 0 0-16,0-2 0 0,0 3 0 0,-4-4 0 15,-1 1 0-15,-3 1 0 16,-4 2 1-16,-1 2-1 0,-6-1 1 15,0 3 5-15,-3-3-6 0,-1 2 0 16,-2-2 1-16,1-1-1 0,0-1 0 0,1-6-5 16,0 1-9-16,4-4-16 15,-2-2-30-15,-1-2-9 0,3-12 0 0</inkml:trace>
  <inkml:trace contextRef="#ctx0" brushRef="#br0" timeOffset="39087.8057">17173 16669 468 0,'0'0'0'16,"0"0"-53"-16,0 0 52 0,8 57 1 16,-2-39 22-16,-2 3 1 0,4-1-2 0,2 4-10 15,1 0-4-15,-3-2-4 0,3-3-1 16,-6-3-2-16,2-5 2 0,-3-3-2 15,-3-6-7-15,0-2-11 0,-1-7 15 16,3-7 2-16,2-4-10 0,2-5-4 16,-3-1 4-16,6-6 2 0,-1 0 4 0,2 2 5 15,3 7 2-15,-4 6-2 16,2 9 2-16,2 5 6 0,0 1-3 0,0 8 2 16,-2 7-3-16,2 2 2 0,1 3 5 15,0 6 0-15,5 7-1 16,-1 3-4-16,2 5-2 0,-1 3-3 0,-3 3-1 15,1 4 0-15,-1 4-42 0,-1 0-34 16,-4 2-74-16</inkml:trace>
  <inkml:trace contextRef="#ctx0" brushRef="#br0" timeOffset="39287.5867">17889 17441 368 0,'0'0'184'0,"0"0"-184"15,0 0-71-15,0 0 55 0,0 0 4 16,0 0 6-16,5 58 5 0,-9-39-9 0,-1 3-61 16,-10 1-70-16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1:15:57.666"/>
    </inkml:context>
    <inkml:brush xml:id="br0">
      <inkml:brushProperty name="width" value="0.05292" units="cm"/>
      <inkml:brushProperty name="height" value="0.05292" units="cm"/>
      <inkml:brushProperty name="color" value="#FF0000"/>
    </inkml:brush>
  </inkml:definitions>
  <inkml:trace contextRef="#ctx0" brushRef="#br0">8486 7811 284 0,'0'0'13'0,"0"0"-8"16,0 0 14-16,0 0 28 0,0 0 6 0,0 0-12 0,0 0-12 15,0 0-9-15,-19-42-6 0,19 34 0 0,0-2-2 0,1-3 0 31,5-1-4-31,2-8-5 0,7-2 1 16,5-8 0-16,5-3-4 0,7-5 1 16,9-9 1-16,6 1 3 0,9-5-5 15,7-1 0-15,7 0 5 0,4-1-5 0,4 0-1 0,1 3 1 0,-4-1 0 32,-5 6 0-32,-7 2 0 0,-9 6 2 15,-4 3-2-15,-4-1 0 0,-4 6-1 16,-6 3-5-16,-2 5-7 0,-5 2-2 0,-6 4-5 15,-5 1 3-15,-3 3 3 16,-5 1-1-16,-5 1 0 0,-4 0 7 16,-1 2-1-16,0-1 5 0,-4 2 0 15,-3-1 1-15,0 1-3 0,-5 1-3 16,0 1-4-16,-1 2 4 0,-1-1 7 16,1 0 1-16,1 3 1 0,4-1 1 15,3-1-1-15,2 1 1 0,3 0 0 0,0 0 0 16,2-1-1-16,5-1-2 0,2 1-1 15,4-1 3-15,4-1 1 0,1 1-1 0,4 1 1 16,-5 3-2-16,-1 1 1 16,-3 0-2-16,-1 3 0 0,-3 3 0 15,-3 1 0-15,-2 7-2 0,-3 1 0 16,-1 4 0-16,-2 8 4 0,-6 7 4 0,-6 7-3 16,-3 6 1-16,-6 10-1 15,-4 7-1-15,-5 5-4 0,-1 7-52 16,-2-2-10-16,5-9-98 0</inkml:trace>
  <inkml:trace contextRef="#ctx0" brushRef="#br0" timeOffset="2873.1009">10442 5980 382 0,'0'0'14'15,"0"0"-12"-15,-4-57 0 16,4 51 27-16,0 2 19 0,0 1-5 0,0 3-11 15,0 0-23-15,0 3-9 0,5 6-7 16,-1 5 3-16,3 4 4 0,2 3 1 16,-4 1 2-16,2 1-2 0,-3 2 2 0,0-2 0 15,1 2-3 1,0-4 3-16,-2 3 0 0,1 1-1 0,0 0-2 16,-1 2-8-16,-1-3-56 0,-2 0-21 15,0-2-8-15,0-5-11 0,-2-4-23 16</inkml:trace>
  <inkml:trace contextRef="#ctx0" brushRef="#br0" timeOffset="3098.8072">10182 6038 413 0,'-9'-66'0'0,"8"20"0"16,1 4 0-16,4 2 23 0,4 1 6 15,6 5 3-15,4 4-9 0,7 2-8 16,0 4-8-16,6 3-5 0,2 5-1 0,3 3-1 16,3 4 0-16,-1 4-1 0,1 5 1 15,1 0-1-15,-1 6-1 0,-2 4-23 16,0 3-23-16,-3 7-17 0,-5 4-24 16,-5-1-35-16</inkml:trace>
  <inkml:trace contextRef="#ctx0" brushRef="#br0" timeOffset="3293.9408">10276 6395 298 0,'0'0'91'0,"0"0"-91"0,0 0-31 0,66-17 31 16,-32 2 6-16,3 0-4 15,9 2 2-15,-2-4-4 0,2 5 0 0,0-2-44 16,0-3-18-16,-10 2-44 0</inkml:trace>
  <inkml:trace contextRef="#ctx0" brushRef="#br0" timeOffset="3898.8297">10899 5911 513 0,'0'0'0'0,"0"0"-11"0,0 0 11 0,0 0 8 31,0 0 0-31,0 0-4 0,0 0-4 0,0 0 0 16,0 0 1-16,10 34-1 0,2-13 1 0,-3 2 3 15,3 3 0-15,-3 2 2 16,-2-1-3-16,-2 2 1 0,-2-1-2 0,0 0 5 16,-3-2-4-16,0 0-2 0,0-2 2 15,-5-5-3-15,3-1 1 0,-1-4 2 16,2-7-1-16,0-2-2 0,1-3 2 15,0-2-2-15,0 0 5 0,-1-7 4 0,-4-7 3 16,1-7-7-16,2-5-3 16,1-5-2-16,1-2 1 15,1-2-2-15,7 2 1 0,-1 2-1 0,4-1 1 16,-1 6 0-16,1 3-1 0,3 5 0 16,0 2 1-16,-2 5-2 0,3 7 1 15,-1 3-1-15,2 2-3 0,0 5 3 0,0 6 1 16,0 3-2-16,1 2 2 0,-2 2 0 15,1 2 0-15,-2 1 1 0,0 1 0 16,-6-3 0-16,2-2 0 16,-4-1 0-16,-1-1-1 0,0-2 1 15,-5-5-1-15,0-3-1 0,0-3 2 0,0-1 1 16,0-2 0-16,0 0 2 16,-1-4 2-16,-2-5 1 0,-3-8-6 15,4-3-10-15,1-6-5 0,0-3-6 0,1-3-6 16,0-1 3-16,4 4 6 0,6 3 6 15,-2 5 6-15,4 5 3 0,2 2-1 16,-2 3 3-16,3 4 1 0,2 4 0 16,1 3 1-16,1 0 7 0,0 6 0 15,-1 3-3-15,-1 2 3 0,0 3-3 0,-3 2 2 0,-4 0 1 16,0 0-4 0,-4 0-2-16,1 2 1 0,-4-1-1 15,4 2 0-15,-1 4-1 0,-2-5 1 16,1 2-2-16,4-2-38 0,-1-3-38 15,3-4-26-15,-1-6-45 0</inkml:trace>
  <inkml:trace contextRef="#ctx0" brushRef="#br0" timeOffset="4849.9681">11779 5886 450 0,'0'0'18'0,"0"0"-16"15,-15-58 4-15,6 46 30 0,2 4 16 0,-2 3-16 16,0 5-15-16,-7 1-15 0,-4 8-6 16,-4 9 0-16,-3 4 0 0,1 2 2 15,2 3-2-15,5 3-1 0,6 2 0 0,5-4 1 16,4 2 0-16,3 1 0 16,1-6 0-16,3 1 0 0,4-8 0 15,5-1 0-15,1-6-2 0,2-4 1 0,3-5-1 16,1-2-10-16,0-7-13 0,2-5 1 15,1-8-8-15,-2 1 4 16,-1-6-2-16,-3-1 9 0,-2-1 13 16,-5 0-1-16,2 1 5 0,-4 3 2 15,-1 1 2-15,-3 4 2 0,-3 0-2 0,0 8 4 16,0 2 9-16,0 5 11 0,0 3 1 16,0 0 2-16,0 2-17 0,0 7-10 15,0 4-2-15,0 6 2 0,0 2 8 16,1 2-3-16,4 0-1 0,5 1 2 15,-4-2-2-15,3-1-3 0,1-1-1 16,0-3 1-16,6 1 1 0,4-5-2 16,4-3 1-16,0-2 0 0,2-3 3 15,1-5 0-15,1 0-3 0,0-8 0 16,-3 0 1-16,1-2-2 0,-3-5-14 16,1-2-4-16,-1-3 0 0,-2-5-6 0,-3 0 2 15,-1-4 1-15,-4 0 10 16,0-3 3-16,-5 0 0 0,-1 3 6 0,-3 2 2 15,-2 4 0-15,0 5 0 0,-2 1 0 16,0 5 3-16,-1 0 8 0,-2 4 8 0,0 1 0 16,-1 2 1-16,-2 2-4 15,2 3-5-15,0 0-7 0,-4 5-3 16,1 6-1-16,-2 4-2 0,2 4 2 16,0 4-2-16,3 5 2 0,4 0-1 15,4 4 1-15,5 3-3 0,2 3 2 16,0 4-1-16,0 4-3 0,-1 1-3 15,-5 7-1-15,-4-1-12 0,-1 1-29 16,-7 2 38-16,-6-2-6 0,-7-1-1 0,-4-7 13 0,2-6-3 16,-5-8 7-1,4-11-1-15,3-5 3 0,5-8 13 16,3-5 22-16,5-1 3 0,1-2 6 16,4-4-10-16,2-5-14 0,0-6-7 0,10-4-7 15,3-6-2-15,8-1-4 0,3-6 0 16,8 0 1-16,3-2-1 15,8-4 0-15,-3-3-3 0,4-1-1 16,0-4-6-16,-4-2-8 0,-1-5 3 16,2-1 3-16,-6-1-2 0,-2 0-22 0,-5 5 33 15,-7 10 3-15,-8 5 0 0,-8 8 0 16,-4 7 3-16,-1 3 0 0,0 6 1 16,-4 4 13-16,-4 3 5 0,2 2-2 15,-8 2-12-15,1 9-5 0,-6 6 0 16,0 6 1-16,2 7 3 0,1 2 3 15,9 1 1-15,3-1-4 0,4 0-1 16,9-3 2-16,5-2-3 0,5-2 0 0,5-7-1 16,5-1-1-16,4-4 0 0,3-4-1 15,4-4 1-15,1-3-3 16,4-1 0-16,4-8-20 0,0-6-52 0,-1-8-60 16,-9-2-92-16</inkml:trace>
  <inkml:trace contextRef="#ctx0" brushRef="#br0" timeOffset="5443.5031">13771 5224 577 0,'0'0'0'15,"0"0"-3"-15,0 0-10 0,0 0 9 0,0 0-6 16,27 63 10-16,-22-33 6 16,0 8 11-16,-3 4-4 0,4 3-2 15,-3 1-3-15,-2 2 3 0,-1 1 0 16,0 1-6-16,0-6-1 0,0-2-2 16,0-9 0-16,0-5-2 0,-2-4 0 0,-2-8 0 0,-2-4 0 15,5-8 0-15,1-4 0 16,-3-3 0-16,-2-10 9 0,-5-6-4 15,-4-13-3-15,3-7-2 0,-7-14-1 16,3-5-1-16,1-9-4 0,3-5 1 16,8 1-5-16,3-1 4 0,5 3 1 15,11 9 1-15,3 9 1 0,9 12 3 16,0 8-1-16,2 8-1 0,3 7 0 16,1 6-1-16,3 10 3 0,-1 1 0 15,-2 10 1-15,-2 8 1 0,-6 1-2 16,-7 3 0-16,-8 5-2 0,-5 2 1 15,-6 3-1-15,-14 4 1 0,-5 7-2 16,-11 1 3-16,-6 2 2 0,-5 2-2 16,5-6-5-16,6-4-60 0,8-8-39 0,9-8-40 15,6-13-130-15</inkml:trace>
  <inkml:trace contextRef="#ctx0" brushRef="#br0" timeOffset="6095.3967">14183 5816 611 0,'0'0'27'0,"0"0"-27"16,-6-69 0-16,17 36 0 0,3-7 3 16,7-5-2-16,5-8 0 15,3-1-1-15,-1-2-3 0,0 8-10 16,-2 7-3-16,-8 9 2 15,-8 14 6-15,-5 7 1 0,-5 9 4 0,0 2 3 16,-10 7-7-16,-3 9-15 0,-9 4 20 16,-5 5 2-16,-2 3 0 0,1-1 3 15,3-2 3-15,12-6-2 0,6-1 0 16,7-4-1-16,3-2-3 0,9 1 0 16,7-3 0-16,8 2 3 0,5 0-2 15,3 1 2-15,2 4-1 0,-4 3-1 16,-3 3 0-16,-9 2-1 0,-8 0-1 0,-6 3 1 15,-7-2 0-15,-1 2-2 0,-7 0 0 16,-5-4 1-16,-2-3 1 0,2-8 1 16,4-5-1-16,2-4 4 15,7-4-3-15,0-3 1 0,4-7 9 0,4-7-7 16,5-6-3-16,4-8-2 16,2-2-1-16,2-4-13 0,5-6-1 0,-2 1 5 15,0-3-3-15,1 2 2 0,0 1 6 0,-3 4 6 16,-5 4 0-1,-2 5 0-15,-3 8 2 0,-8 7 2 0,-1 5 10 16,-3 4 7-16,0 5-1 16,-1 0-4-16,-4 7-16 0,-5 8 2 0,-7 6-4 15,-2 8 4-15,-1 3 0 0,2 3-2 16,7 2 3-16,8-3-3 16,4-3 2-16,11-4-2 0,3-6 1 0,3-5-1 15,1-4 0-15,0-6 0 0,-1-4-4 16,-3-2-9-16,-1-1-2 0,-2-6 4 15,-2-5 6-15,-1-4 5 0,-2-2-1 16,2-5 2-16,-3-2-1 0,-1 0 0 16,1-2 2-16,-3 0-2 0,1 5 0 15,-2 3 0-15,-1 6-10 0,0 1-34 0,4 5-25 16,3 1-21-16,3-1-26 16,1 2-48-16</inkml:trace>
  <inkml:trace contextRef="#ctx0" brushRef="#br0" timeOffset="6331.8474">15191 5241 328 0,'0'0'55'0,"0"0"-46"0,0 0 23 15,0 0 33-15,0 0-4 16,0 0-30-16,0 0-14 0,0 0-11 0,-64 6 0 16,39 23 2-16,1 5 7 0,-1 4-3 15,-1 1-3-15,6 2-3 16,4-2 5-16,3-3-1 0,9-4-5 15,4-4-1-15,3-3-1 0,10-3-1 16,5-5-1-16,8-2 1 0,4-5 0 16,6-2 0-16,6-4-2 0,2-4-26 15,3-1-18-15,-1-8-26 0,2-6-37 0,-3-4-31 16,-10-6-59-16</inkml:trace>
  <inkml:trace contextRef="#ctx0" brushRef="#br0" timeOffset="7167.1856">15468 5550 406 0,'0'0'11'16,"0"0"-8"-1,0 0-3-15,0 0 29 0,0 0 12 16,0 0 27-16,0 0-15 0,0 0-40 16,54-26-10-16,-31 6-2 0,-3-3 0 0,0-1-1 15,-3-2 0-15,-4-3 2 16,0 1-2-16,-3-4-4 0,-3 0-5 15,-3 3-2-15,-4 0 5 0,0 7 2 0,-7-1 2 16,0 8 1-16,-5 2-3 16,-1 4 0-16,-1 5 3 0,-4 1 1 0,-1 3-3 15,-1 1 1-15,-2 9 2 0,1 3 1 16,0 2-1-16,4 3 1 0,-1 3 2 16,6 4-1-16,2 4-1 0,0 2 1 15,7 0 2-15,1 3 0 0,2-2-1 16,2-2 3-16,2-2-4 0,7-3 1 15,-2-2 0-15,4-2-2 0,4-1 0 16,1-5 1-16,0-1 1 0,1-2-3 16,1-6 1-16,3-2 0 0,0-4 0 15,1-1 1-15,-2-6-1 0,1-7 2 16,-1 0 2-16,-5-1-3 0,3-5 0 16,-3-1-2-16,-1-6 1 0,1-3 1 15,-1-4-1-15,0-4-1 0,0-3 1 0,-1 3-1 16,-1 3 0-16,-2 7 1 0,-2 7 0 15,-2 6-1-15,-2 6 0 0,3 6-1 16,-5 3 1-16,2 0-1 0,2 7 0 16,0 8 0-16,3 1-1 0,-1 4 2 15,0 4 0-15,2-1 1 16,-2-1 0-16,2-2-1 0,-1-2 2 0,-1 0-2 0,2-3 0 16,0-2 1-16,0-6 0 15,-1-3 0-15,2-4-1 0,2-4 0 16,0-7 0-16,3-8-6 0,1-5-2 15,4-2 1-15,-1-1 1 0,-3 5 1 16,-1 4 2-16,-2 4 3 0,-4 10-1 16,-4 2 0-16,2 5-2 0,-2 5-4 0,1 4 5 15,0 2 2-15,2-2 0 16,0 3 3-16,-3 0-1 0,4-3-2 16,0 3 2-16,-2-4-1 0,2 0 0 15,1-3 0-15,1-5-1 0,0-1 1 0,1-2 1 16,1-7-1-16,1-6 1 15,-2-5-2-15,3-1 0 0,-4-8 0 0,2 2 0 16,-3-2 2-16,1 2-2 0,-1 4 1 16,-6 8-1-16,3 6 1 15,-9 4-1-15,0 3 4 0,0 0 0 0,1 7-4 16,5 5 0-16,-1 2 0 0,-3 1 1 16,0 1 2-16,2 0 0 0,0 2 0 15,-2-4-2-15,1 2 1 0,2-1-1 16,-1-2 0-16,1 0 0 15,-1-2-1-15,0-4 0 0,-2 0-15 0,-1-7-52 16,1-1-81-16,-2-14 2 0,1-2-46 16</inkml:trace>
  <inkml:trace contextRef="#ctx0" brushRef="#br0" timeOffset="7659.9131">16575 5023 201 0,'0'0'198'0,"-5"-56"-198"15,9 46 1-15,4 3-1 0,6 0 7 16,2 6 2-16,6 1-4 0,3 3-5 15,-1 9 2-15,2 1-2 0,-4 7-1 16,1 1 0-16,-1 4 0 0,-2 3 0 16,2 2 1-16,-1-1-2 0,-3 2 2 0,-3-3 0 0,-4-3 0 15,1-3 0-15,-2-6 0 16,-5 0 0-16,0-7 0 16,1-2 0-16,-2-2 2 0,-1-2 0 0,2-2 6 15,0-1 8-15,0-1 8 16,1-3-2-16,5-3-10 0,-1 3-8 15,0-5-1-15,1 5-1 0,-3-1-1 0,1 1-1 16,0 4 0-16,1 0-1 16,3 2-2-16,2 5-1 0,0 3 1 15,-2 4 1-15,1 3-1 0,0 2 1 0,0 3 2 16,-2-1 0-16,-3 0 0 0,1-2 0 16,-6-2 0-16,-1-6 0 0,-2-2 0 15,-1-2 0-15,-1-1-3 0,-4-2 1 16,-4 1 2-16,-3-3 2 0,-2 2 1 0,-3-2 2 15,3-2-2-15,3 0-3 16,3-8 2-16,5-3 2 0,3-5 6 16,1-8 15-16,7-7-7 0,7-5-4 15,11-7-7-15,7-8-5 0,6 0-1 16,11 0 1-16,6 8-2 0,3 5 0 0,5 8 0 0,-4 4 2 16,0 4-1-16,1 6-1 15,-6 1 0-15,3 5 0 0,-3 1 0 16,-2 4 0-16,0 2-30 0,0-1-36 15,-2-2-14-15,-2-1-15 16,-9-2-158-16</inkml:trace>
  <inkml:trace contextRef="#ctx0" brushRef="#br0" timeOffset="10509.8985">6162 12119 257 0,'0'0'10'0,"0"0"-8"0,0 0-3 0,0 0 2 15,0 0 10-15,0 0 7 16,0 0-2-16,0 0 0 0,0 0-1 0,-40 0-3 16,42 0-5-16,3 0 1 0,1 0 2 15,9 0 7-15,5 0 6 0,9-3-7 16,5 1-3-16,9-2-6 0,3-1 1 15,6 3-3-15,5-2-4 0,7 3 2 16,5-1-2-16,7 2 1 0,4-2 0 16,9 1-2-16,6 0 0 0,10 0 3 15,7-2 1-15,7 0-1 0,10-3-3 16,6 0 0-16,1 2 0 0,7 0 0 0,-4-1 1 0,4-1 0 16,1-2 2-1,1 1-3-15,0 0 0 0,-3 1 0 16,-6 2 0-16,-5-1 2 0,-6 2-2 15,-3-4 0-15,-6 3 0 0,-3-2 0 0,-9 3 0 16,-6 0 1-16,-8 0-2 0,-9 0 4 16,-8 1-3-16,-7 1 2 15,-7 1 0-15,-6-3-2 0,-8 3 1 0,-3 0-1 16,-9-1 1-16,-5 1 2 16,-5 0-2-16,-8 0-1 0,-3 0 0 0,-4 2 1 15,-6 0-1-15,-1 1-6 0,-1 1-37 16,-1 0-27-16,-3-4-14 0,-3 0-62 15</inkml:trace>
  <inkml:trace contextRef="#ctx0" brushRef="#br0" timeOffset="11204.6562">8610 11405 350 0,'0'0'0'16,"0"0"-4"-16,0 0 1 15,0 0 3-15,-51-9 2 0,48 9-1 16,2 0 8-16,1 0 0 0,0 0 7 16,0 0 3-16,1 0-1 0,5 1-6 15,5 0 1-15,7-1 4 0,9 1 1 16,8-1-4-16,10 2 2 0,9 0-4 15,7-2-5-15,9 0-3 0,8 0 4 16,10 0-3-16,8-4-4 0,10 2 2 16,9-2 0-16,7 2 0 0,10-2 3 0,3 2-4 15,6-1 2-15,3 1-2 0,0 0-2 16,5-4 0-16,-3 0 0 0,0 2 1 16,-2-1 2-16,-2-1 0 0,0 2-3 15,-8-2-1-15,-4 4-1 0,-10 0 2 16,-8 2 0-16,-8 0 5 0,-7 0-5 15,-12 0 0-15,-3 0 0 0,-16 0-1 16,-11 0 2-16,-10 2 0 0,-12 1-1 16,-12 2 0-16,-6 2 0 0,-9 0-30 0,-6 4-22 15,-11 4-26-15,-8-1-12 16,-5-4-34-16</inkml:trace>
  <inkml:trace contextRef="#ctx0" brushRef="#br0" timeOffset="27130.0022">13816 8822 199 0,'0'0'0'0,"0"0"0"0,0 0 0 0,0 0 9 0,0 0 7 31,0 0 2-31,0 0 39 0,0 0-37 16,-30-3-5-16,34 3-5 0,5 0-3 15,0 0-1-15,7 0 0 0,0 0-5 0,6 0 2 0,2 0 0 16,5 0-1-16,6 0-2 16,3-3 2-16,9 0-1 0,6-2-1 0,8 1 0 15,9-1 0 1,6 0 4-16,6 0-4 0,6 0 0 0,9 2 0 16,5-2 0-16,7 1-3 0,4 2 3 15,3-1 0-15,-1 2 2 0,-1 1-1 16,-4 0 1-16,0 0-2 0,-3 0-3 15,-4 0 1-15,-4 0 1 16,-5 0 1-16,-2 0 0 0,-9 0 3 0,-5 0-3 16,-6 0 1-16,-8 0-1 0,-9 0 0 15,-4 0 0-15,-7 0 0 0,-8 1 0 16,-5-1 0-16,-7 0 0 0,-5 0 0 16,-7 0 0-16,-2 2-5 0,-8-2-13 0,-2 3-10 15,-6 0-8-15,-5-1 1 0,-3 4 3 16,-7-4-19-16,-6-2-24 15</inkml:trace>
  <inkml:trace contextRef="#ctx0" brushRef="#br0" timeOffset="27612.3375">14155 8890 247 0,'0'0'0'0,"0"0"0"16,-63 8 1-16,52-7-1 15,1 0 1-15,-3-1 1 0,3 1 7 16,-3 0 3-16,2-1 1 15,5 0 1-15,4 0-5 0,2 0 0 0,0 0-2 0,0 0-1 0,2 0-3 32,3 0 1-32,6 0 2 0,5 0 2 0,9 0-2 15,13-2 4-15,7-2-2 0,35-3 0 16,14 0-4-16,18-3 6 16,14-1-7-16,-9 4 0 0,14-2-1 15,7-1 3-15,0 1-3 0,6 0 1 16,3 2 1-16,-2-2-4 0,3 1 1 15,-1 2-1-15,-6-2 1 0,-5 4 0 0,-5 0 0 16,-5 0-1-16,-7 4 0 0,-9-2 0 16,-7 2 1-16,-16 0 0 15,-8 0-1-15,-15 3 0 0,-12 1-2 16,-14 5-14-16,-9 0-5 0,-11 1-10 0,-10 4-7 16,-8-1-17-16,-15 0-20 0,-5-3-50 15</inkml:trace>
  <inkml:trace contextRef="#ctx0" brushRef="#br0" timeOffset="30235.537">10933 7207 99 0,'0'0'71'32,"0"0"-66"-32,0 0 10 0,0 0 20 15,0-50-2-15,0 40-3 16,0 2-1-16,0 1-5 0,0-1-2 0,0 5 2 16,0-1 1-16,0 4-6 0,0-2 0 15,0 1-3-15,0 1-7 0,0 0-7 16,1 1-2-16,3 6-5 0,0 6 2 15,4 5 2-15,1 4 0 0,2 9 1 16,-4-1 2-16,5 5 0 0,-4-3 0 16,2 0 1-16,2 0 0 0,-3-4-2 15,2-5 0-15,-3-1 0 0,1-4 1 16,-3-1 0-16,1-3-1 0,-3-6 0 16,-2-2 0-16,-1-3 0 0,0-3 0 15,-1 0 0-15,0-5 8 0,0-7-1 16,0-3-5-16,0-7-2 0,0-3 1 15,0-1-2-15,0-1 0 0,0-3 0 16,0 1-3-16,2 0-3 0,4 5-3 0,-2-2 4 16,3 7 0-16,3-2 2 0,-1 3 1 15,1 5 1-15,4 1-1 0,-4 6 0 16,0 0 1-16,4 4 1 0,-3 2-4 16,-1 1 2-16,3 8 1 0,2 1-1 15,0 5 0-15,0 1 2 0,-2 4 0 16,1 3 1-16,0 4 2 15,-1-2 0-15,-2 4 2 0,-2-2 0 0,1-1-3 16,-3 1 3-16,3-3-1 0,-4 0-2 16,3-5 1-16,-4-1-1 0,1-2 0 15,1-2-2-15,-3 1 2 0,0-3-1 16,-1-2-1-16,2 0-4 0,-3-5-29 16,1 1-15-16,3-6-16 0,1 0-8 15,-3-8-39-15</inkml:trace>
  <inkml:trace contextRef="#ctx0" brushRef="#br0" timeOffset="30689.6733">11758 7067 396 0,'0'0'0'0,"0"0"-4"0,0 0 3 16,0 0 1-16,0 0 9 15,0 0 4-15,-51-35 4 0,44 35-8 0,-2 0-2 16,1 0-4-16,-2 4 0 16,4 2 2-16,-6 3-2 0,5 1 2 15,-4 3-3-15,2 4 1 0,0 3 2 0,-2 2-3 16,3 2 1-16,-3 1 1 0,5 4 1 16,-2-1-4-16,4 1 2 0,1 0-1 15,2-2 1-15,1 2 0 16,0-5-3-16,3-1 0 0,1-1 1 0,5-2-1 15,0-1 1-15,3-6 0 16,4-2-1-16,1-4 1 0,-1-3-1 0,5-2 0 16,0-2 2-16,3-2 2 0,-3-4-2 15,3-4 0-15,-2-2-2 0,0-5 3 16,1-3 1-16,-3-2-4 0,-4-5 1 16,-1-1 0-16,-7-5 0 0,0-2 2 15,-5 3-3-15,-3-4 2 0,0 4-1 16,-3 2-1-16,-6-2 1 0,4 3 0 15,-4 2 1-15,2 5-1 0,-2 3 1 16,2 2-2-16,3 6 0 0,-4 4-1 16,5 3-1-16,1 4 0 0,2-2-40 0,0 2-44 15,0 0-93-15</inkml:trace>
  <inkml:trace contextRef="#ctx0" brushRef="#br0" timeOffset="31323.1977">12619 6934 171 0,'0'0'173'16,"-12"-51"-173"-16,8 39 0 0,2 4 0 0,0 3 14 0,0 1 6 15,0 4 6-15,-1 4-11 16,-4 9-15-16,-2 9 1 15,-5 12 0-15,-5 7-1 16,1 6 2-16,0 4 6 0,3 0-3 0,2-6-3 16,4-5 1-16,7-11-2 0,2-4-1 15,2-10 1-15,7-5-1 0,-1-5 2 16,6-2-2-16,0-3 0 0,3-5 2 16,3-7 6-16,1-6-4 0,2-8-1 0,-4-1-2 0,-3-6 2 15,1-6-2 1,-3-1-1-16,-7-2 2 0,1-1-2 15,-6 2 2-15,-2 3-1 0,0 8-1 16,0 8 0-16,-7 11 0 0,0 5-3 16,2 6 2-16,-4 12-21 0,4 3-36 15,-6 8-17-15,7-1-37 0,1-6-88 0</inkml:trace>
  <inkml:trace contextRef="#ctx0" brushRef="#br0" timeOffset="31800.6466">12820 7186 397 0,'0'0'2'15,"0"0"-2"-15,0 0 5 0,0 0 25 0,0 0 4 16,0 0-7-16,-9-66-8 15,20 44-13-15,6-5-6 0,4-3 3 0,-1-7-1 16,4-1-2-16,0-3 1 16,-4 0 1-16,1 3-2 0,-6 5 0 15,-4 5 0-15,-3 10 0 16,-6 5 0-16,-2 7 0 0,0 4 0 0,-5 2-4 16,-3 5-2-16,-8 4 2 0,-2 6 1 15,-9 1 3-15,0 8 0 0,0-4 0 16,4 1 0-16,6-4-1 0,4-2 1 15,7-3-1-15,6-5 1 0,6-1-3 16,10-2 0-16,4-3 0 0,4 3 3 16,6-1 1-16,2 6 1 0,-2 1-2 15,-2 6 1-15,-6 3-1 0,-7 4-2 0,-4 3 1 16,-7 3-5-16,-4 0 6 16,-9 3 0-16,-6 1 2 0,-3-3-1 0,-2-1 1 15,2-8 3-15,5-2 1 16,10-12 5-16,3-5-7 0,10-2-4 15,13-7 2-15,13-11 2 0,13-3 1 0,11-4-5 0,6 0-17 16,1-6-73 0,-10 1-89-16</inkml:trace>
  <inkml:trace contextRef="#ctx0" brushRef="#br0" timeOffset="32666.9653">13728 7059 561 0,'0'0'7'15,"0"0"-7"-15,0 0 1 0,0 0 3 16,0 0 2-16,8-74 3 0,0 39-1 16,5-6-6-16,0-3 0 0,-2-6-2 15,0-2 1-15,-2-5-1 0,-3-3 0 16,-3-2 1-16,-3-6 0 0,0-1-1 0,-5 3 0 16,-2 1-3-16,-3 14-3 15,-5 9 1-15,-1 16 2 0,-3 13 0 0,2 7-3 16,0 6 0-16,3 5 2 0,1 7-1 0,-3 6 4 0,0 7-2 15,3 8 0 1,-1 6 3-16,6 7 1 0,6 1 1 16,2 3 1-16,2 4 0 0,9 1 0 0,4 3 0 15,3-6 0-15,6-6-2 0,5-6-1 16,3-8 0 0,4-4 2-16,3-7-2 0,0-4 4 0,-1-2-3 15,-3-8 3-15,1-5-2 0,-4-5-1 16,-3-8-1-16,-3-9-7 0,-7-2-7 15,-4-7-5-15,-2-3 3 0,-5-4 8 16,-1-2-3-16,-3 3 0 16,-3 4 7-16,-1 4 3 0,0 8 1 0,0 7 1 15,-1 7-1-15,-1 5 2 0,0 2-2 0,-1 11-3 16,1 6 3-16,0 8 6 0,-2 2 6 16,2 6 1-16,2 0-1 0,0-4-4 15,7-4-2-15,3-3-1 0,2-1-2 0,0-3-2 16,6-7 3-16,-1-3-3 15,5-3 1-15,-1-5 0 0,1-1 1 16,0-4-2-16,0-8-1 0,-4-6-21 16,-2-3-22-16,-3-5-2 0,-6-4-6 15,-4-3 1-15,-3-3 6 0,-1-8 6 16,-7 5 12-16,-4-4 17 0,-3 2 8 0,0 7 1 16,-3 6 1-16,1 2 5 15,1 8 17-15,1 2 4 0,4 4 1 16,1 0-11-16,6 5-7 0,4 3-5 15,0-1-4-15,5 4-1 0,7-2-6 0,3 2-24 16,5 0-46-16,3-3-13 16</inkml:trace>
  <inkml:trace contextRef="#ctx0" brushRef="#br0" timeOffset="32883.3178">14504 6203 321 0,'0'0'118'0,"0"0"-116"15,0 0 2-15,0 0 16 0,0 0 1 16,0 0-20-16,0 0 7 0,0 0 15 0,-4 72 2 16,11-43-9-16,1 3-5 15,3-1-4-15,0 2-1 0,-1 3-3 16,2-2-1-16,-1 2 0 0,-2-1 0 16,0-1 0-16,-1 2-2 0,-3 1-2 15,-2-2-26-15,-3-1-44 0,-1-6-4 0,-4-5 9 16,-3-6-67-16,-2-9 12 15</inkml:trace>
  <inkml:trace contextRef="#ctx0" brushRef="#br0" timeOffset="33236.3741">14369 6654 234 0,'0'0'138'0,"0"0"-137"0,-15-61 2 16,24 46 9-16,5-2 4 16,6 1-8-16,4-2 2 0,7-2-3 15,4 2-6-15,5-4-1 0,-2 4 1 16,1 0-1-16,3-2 0 0,-3 0 0 15,-2-4-1-15,-3 0-27 0,-5-1-16 0,-4 3 5 0,-7-2 6 16,-2-2 1 0,-6 2 18-16,-5 2 9 0,-2-1 5 0,-3 5 0 15,0 0 6-15,-4 4 13 0,0 5 15 16,1 4 0-16,1 3 2 0,1 2-6 16,1 1-1-16,0 7-21 0,0 5-7 15,0 7 0-15,0 5 8 0,2 6 8 0,1 4 0 16,2 3-1-1,0-3 11-15,-2 2-5 0,0 0-6 0,-1 0-6 0,1-3-3 16,-1 0-1-16,1-2-4 16,2-1 2-16,0 0-2 0,2-3-1 15,-2-3 1-15,0-2-2 0,-1-4 0 16,0-4 0-16,-1-2-9 0,-1-4-40 16,-2-3-22-16,-3-6-25 0,-6-2-44 15,-2-7-86-15</inkml:trace>
  <inkml:trace contextRef="#ctx0" brushRef="#br0" timeOffset="33400.901">14667 6594 351 0,'0'0'0'31,"0"0"-9"-31,0 0 4 0,0 0 5 0,0 0 6 0,72-61 1 16,-46 48 0-16,6 1-4 15,4 3 0-15,2-2-3 16,3-4 0-16,5 4 0 0,-3 1 0 0,3-1-47 15,-5-1-43-15,-7 0-91 0</inkml:trace>
  <inkml:trace contextRef="#ctx0" brushRef="#br0" timeOffset="34037.8118">15202 6680 411 0,'0'0'38'0,"0"0"-38"16,0 0-2-16,22-54 2 0,-7 28 5 16,-1-1 0-16,1-2 0 0,-2-2-1 15,-1-3-2-15,-2-4-1 0,-4-3-1 16,0-1 1-16,-4-3-1 0,-2-1 0 0,0-1 1 15,-2 2-1-15,-3 3 0 16,0 5 0-16,-2 9 1 0,-1 9-1 0,-2 4-3 16,4 9 3-16,1 2 1 15,3 3 1-15,2 1 3 0,-1 1-4 16,0 7-1-16,0 5 0 0,0 5 0 0,1 4 2 16,0 8-1-16,0 7 4 0,3 1-2 15,-1 3 1-15,1 7 1 0,-2 1-1 16,1 3 0-16,0-6 0 0,4-2 0 0,4-3-2 15,3-6 0 1,3-3-1-16,3-6-1 0,3-3 3 0,4-6-1 16,-2-4-2-16,4-4 1 0,1-7 2 15,1-2 1-15,0-5-1 0,2-6 0 16,-2-3 0-16,-2-6 0 0,1-3-1 16,-6-4 0-16,-1-2 0 0,-1-3-1 15,-4-4 1-15,-4 3-2 0,-3-5 0 16,-3 5 0-16,-3 2 1 0,-4 5-1 15,0 4 2-15,-3 5-2 0,-3 3-1 0,-2 7 1 16,-1 3 0-16,1 3 1 16,-5 1-1-16,0 7 2 0,1 4 1 0,-2 3-3 15,3 4 1-15,-1 2 0 16,5 3 0-16,4 4 2 0,3 0-1 0,3-2 0 16,7-1 1-16,7-2 1 0,6-1-3 15,7-5 1-15,8-2 3 0,8-1-3 16,6-2 1-16,7-4 0 0,4 0-2 15,6-6-1-15,4-1-7 0,2-3-111 16,-6-11-57-16</inkml:trace>
  <inkml:trace contextRef="#ctx0" brushRef="#br0" timeOffset="34531.8156">16713 6088 80 0,'0'0'359'0,"0"0"-358"0,0 0 0 0,0 0 31 0,0 0 15 16,0 0-39 0,0 0-6-16,-22 4 0 0,21 22 10 15,-1 8 3-15,2-1-1 0,2-3-5 0,3-4-3 16,4-4-3-16,3-6 0 16,3 0-1-16,3-7-2 0,1-3 2 15,5-1 0-15,2-5 0 0,0-2-2 16,3-8-13-16,-5-5-46 0,-3-5-22 15,-4-2-13-15,-9-6-42 0,-4 2-45 0</inkml:trace>
  <inkml:trace contextRef="#ctx0" brushRef="#br0" timeOffset="34662.0442">16694 5910 303 0,'0'0'80'0,"0"0"-79"15,0 0-1-15,-51-40 5 0,51 38 14 16,1 1-8-16,7 0-10 0,5 1-1 15,7 0-1-15,8 2-15 0,5 3-43 16,0 1-33-16,-2 0-32 0</inkml:trace>
  <inkml:trace contextRef="#ctx0" brushRef="#br0" timeOffset="35009.6515">17001 6005 434 0,'0'0'0'0,"0"0"-9"0,0 0 9 15,0 0 11-15,25 56 13 0,-12-45 9 16,-3 1-7-16,1 4-10 0,2 1-4 0,-2-1 4 16,-1 3-5-16,-1-3-5 15,-3-1-4-15,0-1-2 0,-2-5 4 0,-1-2-2 16,-3-3-2-16,0-3 2 16,0-1-2-16,0-3 4 0,-1-9 4 15,-1-6-4-15,0-9-4 0,2-6-2 0,4 0-8 16,2-1-13-16,3 3 11 0,0 9 7 15,3 2 3-15,1 6 0 0,-1 6 2 16,0 2-4-16,2 6 2 0,0 3-2 16,1 4 2-16,0 7 1 0,1 2-3 15,-2 4 4-15,3 1 0 0,-1 3-1 16,5 2 1-16,-2-4 0 0,-2 3 0 0,3 1 1 16,-1-3-1-16,0-1 0 0,-3-6 0 15,1 0-53-15,-4-9-49 16,0-7 11-16,-2-1-21 0,-6-12-32 15</inkml:trace>
  <inkml:trace contextRef="#ctx0" brushRef="#br0" timeOffset="35238.9085">17558 5613 432 0,'0'0'5'0,"0"0"-5"15,0 0 5-15,0 0 0 0,0 0-5 16,0 0 0-16,0 0 9 0,0 0 8 15,44 71 3-15,-34-33 3 0,0 4 1 16,4 4-9-16,-6 4-6 0,3-1-2 0,2 1-2 16,-3-2-2-16,1-2-2 0,2-3 1 0,-4-6 1 0,0-6-2 0,0-5-1 31,-2-4-1-31,-6-6-4 16,-1-4-45-16,0-5-28 0,-2-7-19 0,-7-2 3 15,0-12-2-15</inkml:trace>
  <inkml:trace contextRef="#ctx0" brushRef="#br0" timeOffset="35379.9172">17456 6016 419 0,'0'0'2'0,"0"0"-1"0,0 0-1 0,0 0 0 16,56-32 3 0,-19 20 3-16,5-3-5 15,8 0 0-15,4 2-2 0,-2 4 1 0,-2 2-69 16,-8 1-48-16,-9 2-35 0</inkml:trace>
  <inkml:trace contextRef="#ctx0" brushRef="#br0" timeOffset="36319.782">17968 6103 424 0,'0'0'0'31,"0"0"-7"-31,0 0 7 0,0 0 0 0,0 0 5 0,0 0 0 15,63-61-3-15,-45 40-2 16,-1 0 1-16,-5-5-1 0,-2 0 0 16,1-5 0-16,-8 0-1 0,-2 2-8 15,-1 4-5-15,-1 5 10 0,-3 7 1 16,-6 4 1-16,5 4-3 0,-6 2 5 16,5 3 2-16,-6 3-2 0,1 4 3 15,2 4-1-15,-5 2 2 0,6 5-1 16,0 4-1-16,4 3 0 0,3 1-1 0,1 1 1 15,3 0 0-15,5-2 2 16,3-1-2-16,4-4 0 0,1-3-1 0,1-4 0 16,2-3 1-16,1-4 0 15,1-3-1-15,0-3 1 0,0 0 0 16,4-9 3-16,-3-3-2 0,3-7 0 0,-2-3-2 16,-1-4 1-16,0-8-1 15,-3-3 0-15,1-6 0 0,-4-7-1 0,-2-3 2 16,-5-5 0-16,-1-9-2 0,-6-1 0 15,-2-6-2-15,0 1-4 0,-5 3-4 16,-4 8 9-16,-1 10-2 0,-4 12 0 0,-1 12 2 16,-1 10 1-16,3 8 0 15,4 9 7-15,3 1 3 0,3 6-3 16,-6 9-7-16,2 8 2 0,-3 7-2 16,4 6 1-16,6 9 2 0,0 6 1 15,0 7 2-15,7 3 5 0,3 5-1 16,6 1 1-16,1-3 0 0,4-5-1 15,3-7-2-15,-3-6-1 0,1-7-7 0,3-7 1 0,-1-10 1 0,4-4-1 16,-4-6 2 0,1-6-2-16,-6-4 5 15,-1-6 0-15,2-12-2 0,0-9 4 0,1-9-6 16,-3-7 0-16,0-9 0 0,-2-7 1 16,-6-9-3-16,-2-7 1 0,0-8-1 15,-3-6 0-15,-3-2-6 0,-2-2 0 16,0 6-30-16,-7 15 17 0,-4 16 13 15,-4 21 5-15,-2 16-3 0,5 12 3 0,4 5-1 16,0 11-1-16,2 7 3 0,-4 11 0 16,3 10 0-16,0 8 6 15,6 9-1-15,1 3 7 0,6 4-2 0,3 1-2 16,2 0-2-16,2 0-3 16,1-6 2-16,2-4-5 0,3-4 2 0,0-7 3 15,0-4-3-15,3-4 1 0,6-5-3 16,2-4 0-16,0-8 6 15,0-7-6-15,-2-8 2 0,-2-3-2 0,-1-12 0 16,1-8 0-16,-4-7-23 0,0-6 16 16,-3-2 6-16,-6-2-2 0,-2 5-1 15,-2 1 4-15,-4 8 0 0,-3 4 0 16,1 10 0-16,-3 3 1 0,0 6 5 16,0 0-2-16,0 9-4 0,-1 8-13 0,-3 4 13 15,1 7 5-15,-1 3 7 16,2-1-2-16,2 1-5 0,0-3-2 0,4-2 2 15,1-4-4-15,3-4 0 16,4-1 0-16,0-4 1 0,3-4-2 0,-1-3-3 16,2-6-65-16,1-9-33 15,0-11-29-15,-6-4-104 0</inkml:trace>
  <inkml:trace contextRef="#ctx0" brushRef="#br0" timeOffset="36472.513">19027 5305 350 0,'0'0'0'0,"0"0"-20"32,0 0 20-32,0 0 0 0,0 0-15 15,0 0 15-15,0 0 0 0,49 30-9 0,-21-3-17 0,3 2-12 16,3 0-25 0,-2-8-16-16</inkml:trace>
  <inkml:trace contextRef="#ctx0" brushRef="#br0" timeOffset="37351.2475">19550 5513 312 0,'0'0'7'16,"0"0"7"-16,0 0 40 15,0 0-12-15,-56-47-2 16,39 46-2-16,0 2-10 0,-2 6-16 0,-1 2-3 16,1 4-4-16,2 2-2 15,4 3 0-15,1 0-2 0,3 2-1 0,1 0 1 16,4 1 0-16,3-2-1 0,1-4-1 15,5-4-9-15,5-2-9 0,0-3 4 16,1 0 4-16,1-4-2 0,3 0 0 16,1 2 6-16,4 1 7 0,0 4-1 15,-2 8 0-15,2 3-1 0,1 9 1 16,-3 6 1-16,0 9-3 0,-4 5 3 0,-3 7-1 0,-8 2 1 16,-3 0-10-16,-10-2-23 15,-7-5-13-15,-6-7 44 16,0-7-15-16,-1-8 13 0,-2-7 3 15,0-7 2-15,2-7-1 0,2-5 18 0,4-3 16 0,4-5-1 16,3-6-1-16,7-6 3 16,3-5-10-16,1-6-15 0,8-4-6 15,8-6-1-15,6-4-3 0,5-3 0 16,6-7 0-16,5-1-3 0,4-5-30 16,1 3-6-16,1-1 6 0,1 2 3 15,-2-4 1-15,-3 3 8 0,-2-2 0 0,-1 0 10 16,-7 4-4-16,-2 5-15 0,-10 8 30 15,-8 11 3-15,-8 10-1 16,-2 9 18-16,-4 6 9 0,-3 4-6 16,-2 2-11-16,-6 7-7 0,-5 6 0 15,0 8 4-15,-1 3 11 0,4 6-7 16,0 1-5-16,5 2-1 0,2 3-3 0,4-2-2 16,3 0 0-16,3-7 0 0,4-4-2 15,7-4 1-15,4-9 0 0,3 1-1 16,0-8 2-16,2-5 1 0,4-6-3 15,-1-9-7-15,2-5 1 0,0-8 5 16,4-4 1-16,-1-6 0 16,0 0 0-16,2 1-1 0,-2 6 1 0,-5 4 1 15,0 8-1-15,-5 6 1 0,-3 6 0 16,-1 6 2-16,0 1 3 0,2 6-3 16,-2 6 0-16,0 3-3 0,0 3 1 15,-2 3-1-15,-1 4 1 0,-1 1-1 16,-3-1 2-16,-1 3 0 0,1-5-1 15,-4-1 0-15,-1-7 1 0,-1-5-1 16,-1-3 1-16,0-7-2 0,0 0 0 0,-1-2 1 16,-4-8 11-16,-3-2-6 15,3-7-6-15,2-6-5 0,3-3-4 0,4-3 2 16,8-5 1-16,3 2 1 16,2 3-5-16,-2 5 6 0,4 2 3 15,-1 7 0-15,0 6-1 0,0 6 2 16,-5 5 3-16,2 6 2 0,4 7-3 15,-1 5-2-15,-1 3 1 0,0 4 0 16,-3 0-1-16,0 4 1 0,-3 1 1 16,-2-2-1-16,2 2 1 0,-3-3-1 15,2 2-1-15,3-4 2 0,-1-3-2 16,9-5-1-16,-1-1-62 0,5-7-29 0,0-7-2 0,0-2-27 0</inkml:trace>
  <inkml:trace contextRef="#ctx0" brushRef="#br0" timeOffset="37556.2699">20899 5311 370 0,'0'0'0'15,"0"0"-2"-15,0 0 2 0,-62 32 10 16,48-10 12-16,2 4 12 0,1 1-12 16,5 0-1-16,4 0-3 0,2 0-6 15,2-3-4-15,8-2 0 16,1 0-3-16,4-5-3 0,4-3 1 0,4-1 1 15,4-7 0-15,0-1-4 0,2-5-24 16,0 0-48-16,-2-2-6 0,-2-5 6 16,-4-1-15-16,-7 0-5 0,-7 2-24 15</inkml:trace>
  <inkml:trace contextRef="#ctx0" brushRef="#br0" timeOffset="37850.0626">21077 5585 94 0,'0'0'42'0,"0"0"3"16,0 0-4-16,0 0-2 0,0 0-3 0,0 0-7 15,0 0 4-15,0 0 10 16,0 0-4-16,14-11-21 0,4 2-15 15,3-3 0-15,3-3 0 0,-2-1-1 16,-1-3-2-16,1 0 0 0,-1-1 1 0,-3-6 0 16,-2-1-1-16,-3-3 0 0,-2-2 0 15,-7 1-2-15,-4 2-6 0,-4 1-1 16,-10 8 2-16,-4 4 6 0,-5 8-2 16,-4 6 0-16,-3 3 1 0,1 11 2 15,0 4 1-15,2 6 6 0,5 4 0 16,4 2 3-16,4 2-1 0,5 0 2 15,6 3-3-15,3 0-3 0,8-2 3 0,5-1-5 0,5-3 2 16,5-4 0-16,7-1-2 16,5-4 1-16,8 0 1 15,3-7-1-15,5-3 1 0,0-1-2 0,1-6-3 16,0 2-8-16,1-3-69 0,3-2-6 16,-4-6-57-16</inkml:trace>
  <inkml:trace contextRef="#ctx0" brushRef="#br0" timeOffset="86628.4388">15354 9923 371 0,'0'0'0'0,"0"0"-1"16,0 0 1-16,-10-6-4 0,22 5 4 15,6 0 5-15,7-1-1 0,10-1 3 16,11 0 1-16,7 0 1 0,14 0 4 0,5-3 0 15,10 1-4-15,6 0-2 0,5-1-2 16,7 3-2-16,1-2-1 0,-1 0 0 16,1 0-2-16,0 0-2 0,-5 0 2 15,-3-1 1-15,-7 1-1 0,-7-3 1 16,-7 0-1-16,-7 1-1 0,-7 0-12 16,-12 2-4-16,-5 1-5 0,-8 0-21 15,-5 4 0-15,-9 0-3 0,-9-2-29 16,-3 2-23-16</inkml:trace>
  <inkml:trace contextRef="#ctx0" brushRef="#br0" timeOffset="86926.1505">15608 9920 338 0,'0'0'0'16,"0"0"0"-16,0 0 0 0,0 0 0 15,0 0 8-15,69-13 2 0,-25 6 10 16,11-3 3-16,13-1-3 0,12-1 1 0,8 0-4 16,5-3-4-16,5 0-3 15,5 2-4-15,2 0-5 0,-1-1 0 0,1 3-1 0,0 0 2 16,-6 3-1-1,-5 2 0-15,-5 2-1 0,-6 4 0 16,-8 0-15-16,-4 4-31 0,-13 2-25 16,-9-1-21-16,-14 0-113 0</inkml:trace>
  <inkml:trace contextRef="#ctx0" brushRef="#br0" timeOffset="88330.7326">18126 10039 287 0,'0'0'0'0,"0"0"-5"0,0 0 5 15,-23-57 0-15,15 46 4 0,-6 3 7 16,-2-1 0-16,-1 3-2 16,-5 0 0-16,2 2-1 0,-1 1 2 15,-4-1-3-15,0 1 5 0,-3-1-2 16,1 0 0-16,-4-1-4 0,-5 0-3 16,-2 1 1-16,-2-1-2 0,-4-1-1 0,-1 4 0 0,-1-2-1 15,-2 2 2 1,0-2-1-16,-1 2 1 0,-1-3 1 15,2 2 2-15,-2-2 19 0,-1 1-22 16,2 0 0-16,-1-1 0 0,0 0-2 0,2 2 2 16,0-1-1-16,3 0 0 15,0-1 0-15,-1 2 0 0,-2-2-1 16,2 3 0-16,2-1 1 0,-1 0-1 0,1 3 1 16,-2 0-1-16,3 0 1 15,-5 0 0-15,0 1-1 0,0 5 2 0,0-3-2 0,3 0 0 0,1 1 0 16,0 1 0-1,1 0 1-15,1 3 0 0,0-1-1 16,2 1 0-16,-1 0 0 0,4 5 0 16,-1-3 0-16,2 1 0 0,2 2 0 15,-4-1 0-15,5 1-1 0,-1 0 1 16,2 1 0-16,3 0 0 0,-2-1 0 16,3 2 1-16,4 0-1 0,-4-1 0 15,4 0 1-15,0 0-1 0,4-1 1 16,1-1 2-16,3 1-3 0,2 0 0 15,-1-4 1-15,5 3-1 0,-1-1 2 16,1 1-1-16,4 5-1 0,0-4-1 0,3 1 1 16,0 2-2-16,3 1 1 0,0-1 1 15,0 1 0-15,7 3-2 16,2 1 1-16,4-1 1 0,4 1 1 0,3-1-1 16,7-1 0-16,2 0 0 0,5-2 2 15,4-1 1-15,3 0-3 0,6-1 2 16,3-2-1-16,4-1 0 0,3-1 0 15,2-1 0-15,1 1-1 0,2-2 1 0,-1-2-1 16,3 0 1-16,1-3-1 16,6-2-2-16,0-2 2 0,4 0 0 15,3 0 1-15,1-3-1 0,2 1 1 0,-5 0-1 16,0 1 2-16,-3 1-2 16,-2 0 1-16,-4 0 0 0,-2 0-1 15,1 2-1-15,-3 1 1 0,-2 1-1 16,2 1 2-16,-5-2-1 0,0 2 0 0,-3-1 0 15,0-1 0-15,-2-1 1 0,-1-2-1 16,-3 0 0-16,-5 0 1 0,-3 0-1 16,1-2 1-16,-3-4-1 0,-2 0-1 15,3-4 1-15,-1 2 0 16,-4-2 1-16,3 0-1 0,1 0 1 0,-3-1 0 16,-1-2-1-16,1 1 0 0,-4-2 1 15,0 1-1-15,-1-5 1 0,-1 3 0 16,-4-1-1-16,0-3 2 0,-1 3-2 0,-1-2 1 15,-4 0-1-15,-1 1 1 16,-3-3 0-16,-3 2 0 0,-1-2 0 0,-5 1 1 16,-2-1 0-16,-2-2 0 0,-3 4-1 0,-6-4 2 15,-4 2-1-15,-6 3 2 16,-8-2 4-16,0 0-4 0,-10-1-4 0,-5 0 3 16,-5 0 0-1,-10-3 0-15,-2 3-3 0,-4 0 2 0,-2 1-2 16,0 2 1-16,-4 2 0 0,-3 4-1 15,-7 6 0-15,-3 0 0 0,-7 4 1 16,-3 0 1-16,-7 1-2 0,-4 1-4 0,-1 5 4 16,-5 1-12-1,2 5-25-15,1 5 6 0,3 4-12 0,0 2-49 16,0-1-15-16</inkml:trace>
  <inkml:trace contextRef="#ctx0" brushRef="#br0" timeOffset="97225.3981">19405 11882 374 0,'52'-2'0'0,"-3"-2"6"0,0 1-6 0,45-4 7 15,-6 2-2-15,-8-1 3 0,-5 1-3 0,-4 4 1 0,-5 0-1 0,-5 1-2 0,-3 1-1 32,-6 2-1-32,-7 2 0 0,-6 0-1 15,-7-1 0-15,-10 2 1 0,-6 1 0 16,-9 3-2-16,-7 1-19 0,-11 6-20 16,-10 0-22-16,-4-3-51 0</inkml:trace>
  <inkml:trace contextRef="#ctx0" brushRef="#br0" timeOffset="98027.0459">16625 12297 334 0,'0'0'0'0,"0"0"-3"0,0 0-6 0,0 0 9 32,0 0 4-32,0 0 0 0,0 0 4 0,17-54 0 15,3 47 1-15,9 0-1 0,9-2 1 16,12 3 1-16,12-2-3 15,7-2-4-15,14 0 4 0,12-2-1 0,11 0-1 16,15-2-5-16,14-1 1 16,6 1-1-16,4-1 1 0,3 3 0 15,-3-2 0-15,0 0 1 0,-1 1-2 16,-3-4-1-16,-6 2 1 0,-13 1 0 0,-5 0 1 16,-9 2 0-16,-10-1-1 0,-10 4 0 15,-10 0-1-15,-13 5 0 0,-14 3-1 16,-10-1-7-16,-12 2-12 0,-13 3-10 15,-12 4-24-15,-6-2-41 0,-11-2-46 0</inkml:trace>
  <inkml:trace contextRef="#ctx0" brushRef="#br0" timeOffset="128948.535">17753 7952 227 0,'0'0'14'16,"0"0"-7"-16,0 0-2 0,0 0 23 15,0 0 0-15,0 0 4 0,0 0 0 0,-16 6-5 16,16-6-6-16,0 0 0 16,0-4 4-16,0 2-2 0,0-3 0 0,0-2-7 0,3-1-1 15,4-3-2-15,7-9-6 16,7-5 0 0,8-4-2-16,13-5 0 0,7-2 2 15,16-5 1-15,8-1-2 0,16-5-2 16,5 3-1-16,9-1 2 0,2 0-4 15,-3 2 0-15,-3 2 1 0,-7 4-1 16,-6 2 0-16,-7-1-1 0,-3 0-1 16,-1 3 0-16,-6-2-1 0,-2 3 1 15,-4 0-5-15,-6 0-7 0,-2 3-5 16,-8 0-2-16,-1 4 4 0,-7 0 3 16,-6 1 4-16,-5 6-4 0,-10-1 7 15,-4 3 2-15,-6 2 0 0,-6 3 4 0,-2 3-2 16,-2-2 1-16,-6 3-1 0,-2 1 0 15,-2 1-2-15,-3 4 3 0,2-2 1 16,-1 2 0-16,6-1 1 0,3 0 1 16,3 1-2-16,2-1 3 0,3 0-3 15,3 1-6-15,1-5 0 0,7 5 2 0,1 0 4 16,3 1 1-16,2 0-1 0,1 2-2 16,1 4 2-16,-2 0 0 15,-2 0 0-15,0 2-1 0,-4-2 0 0,-1 4 0 16,-5 3 1-16,-2 0-2 0,-5 4 0 0,-1 3 2 0,-1 5 3 31,-9 1-3-31,-1 7 2 0,-10 3-1 0,-1 5 0 16,-5 6-1-16,-7 4-17 0,-2 6-31 15,-7 1-56-15,0-2-40 0</inkml:trace>
  <inkml:trace contextRef="#ctx0" brushRef="#br0" timeOffset="130140.6164">20463 6443 182 0,'0'0'288'0,"0"0"-285"0,0 0-6 0,0 0 6 16,-54-48 3-16,38 52 8 0,-4 7 5 15,-4 6-9-15,-3 5-3 16,-1 2-5-16,0 3 5 0,5 0-3 16,8-7 1-16,8-2 0 0,7-2-5 0,3-2 0 15,8 0 0-15,6-1 0 0,3 0 0 0,7-1 0 0,0 1 0 16,0 0 2 0,2 0-2-16,-5 1-6 0,-4 3 2 15,-2-1 1-15,-7 0-3 0,-3 2-1 16,-7 1-3-16,-1 1 6 0,-9-2 3 0,-7 1 0 15,-4 1 1-15,-4-2 1 16,-6 2-1-16,-2-1 2 0,-2-3 0 16,-1 1 3-16,0-2 2 0,-2 0 4 15,4-5-3-15,4-1 0 0,3-4-2 16,6-3 2-16,10-2-3 0,6 0-1 16,3-5 2-16,1-2-1 0,6-4-5 15,7 2-1-15,6-5-14 0,8 0-29 0,4 1-11 16,3-1-31-16,0 1-24 0,-3-3-50 15</inkml:trace>
  <inkml:trace contextRef="#ctx0" brushRef="#br0" timeOffset="130487.6612">21058 6392 493 0,'0'0'45'0,"0"0"-43"0,0 0-3 15,-56-31 2-15,41 35 13 0,-4 10 3 16,-5 5-1-16,-2 6-8 0,2 6-3 0,4 4-1 16,2 1 3-16,7-1-3 15,8 2-1-15,2-2 0 0,3-6-2 0,8-1-1 16,7-4 0-16,5-5 1 0,-2-4 0 16,4-5 0-16,0-2 1 0,-3-6-1 15,3-2 0-15,-5-4 2 16,-2-7-1-16,-1-3 0 0,-4-4 2 0,-2-5-1 15,0-4 0-15,-4-1 0 0,-2-3-1 16,-3-2 0-16,-1-4-1 0,0 2 0 16,-5 0-1-16,-1 7-2 0,-3 3 2 15,2 7-1-15,-2 9-1 0,3 2-2 16,1 3-1-16,-1 3-9 0,4 1-14 16,1 5-35-16,1 2-42 0,7-1-23 0,1-3-12 15</inkml:trace>
  <inkml:trace contextRef="#ctx0" brushRef="#br0" timeOffset="131060.1116">21321 6302 582 0,'0'0'3'0,"0"0"-6"0,0 0 3 15,0 0 0-15,0 0 1 0,0 0 10 0,0 0 1 16,33 66-3-16,-25-42-1 0,1 0 3 0,-2 0-2 15,0 0-3 1,-1 2-1-16,-4-2-1 0,0 1-1 16,-1-4 1-16,0-2-2 0,-1-2-1 15,0-7 0-15,0-1-1 0,0-1 0 16,1-5 0-16,-1 0 0 0,0-3 1 16,0 0 2-16,0-7 4 0,0-9 2 15,0-9-7-15,1-6 1 0,2-9-2 16,1-3-1-16,1-1-1 0,5 6 0 0,0 3-3 15,2 11 2-15,2 9 0 16,-1 8-3-16,-3 5 2 0,2 2 0 0,2 5 2 16,3 5 1-16,-2 4-1 0,1 0 1 15,-3 5-1-15,0 2 1 0,-3 0 0 16,3-1 0-16,-4 0 1 0,-1 1-1 16,-3 0 1-16,-1-6-1 0,-1-1 0 15,-3-2-1-15,0-3 1 0,0-6 0 16,0 1 1-16,0-2 0 0,0-2 0 15,0 0 2-15,0-9 1 0,-3-4 1 16,3-9-5-16,0-6 0 0,3-1-8 16,4-2-1-16,3 2 4 0,0 4 0 15,3 2 3-15,1 6-1 0,0 3 3 16,1 4-2-16,2 4 0 0,0 0 2 16,2 6 1-16,-2 0 1 0,1 6 1 15,0 3 0-15,-2 1 1 0,1 2-2 16,-4 4 0-16,-2-1 0 0,-1 4 0 0,0-2-2 15,-3 1 0-15,3 0 0 0,-3 0 2 0,3 0-2 0,-1 1-13 0,2-2-31 32,2-1-48-32,3-6-67 0,-5-3-36 15</inkml:trace>
  <inkml:trace contextRef="#ctx0" brushRef="#br0" timeOffset="131422.7619">22155 6458 301 0,'0'0'204'16,"0"0"-203"-16,0 0-1 0,50-44 19 15,-33 30 17-15,2-2-10 0,1-5-11 0,-2 0-10 16,1-1-3-16,-1-1 0 0,-4-1-2 16,0-1 1-16,-6-1-1 0,0 4 2 15,-5 0-2-15,-3 5 1 16,0 3-1-16,-3 2 0 0,-5 4 1 0,1 1-1 15,-6 0 0-15,1 1-1 0,-4 1 1 0,-2 5 2 16,-2 0 0-16,0 2 1 16,-1 8 2-16,1 3 1 0,1 7-2 15,3 3-1-15,2 4 2 0,5 1-2 16,0 0 0-16,7 3 4 0,2-5 1 16,3 0 0-16,8-1 4 0,3-1-1 15,4-2-2-15,3-3 1 0,6-2-3 16,4-4-4-16,2-4-1 0,3-4 1 15,2-5-2-15,7 0-1 0,1-8-23 0,2-5-16 16,5-4-15-16,0-7-55 16,-5 0-111-16</inkml:trace>
  <inkml:trace contextRef="#ctx0" brushRef="#br0" timeOffset="132957.79">23420 6053 553 0,'0'0'12'0,"0"0"-12"0,0 0 3 16,0 0 2-16,0 0 20 0,0 0 1 0,9-60-8 0,0 27-14 0,-2-6-2 31,5-3-1-31,-1-6 2 0,-2-5-3 16,0-4 1-16,-5-10-2 0,1-2-1 15,-3-6-11-15,4 1-4 0,-4 1-11 16,-1 5 3-16,-1 8 25 0,-4 9-5 16,-8 9 5-16,-3 9-1 0,2 8 1 15,-1 7-2-15,3 4 1 0,0 5 0 16,4 7 0-16,-1 1 0 0,4 1 0 0,0 9-1 0,-1 8 1 15,0 9-3-15,1 9 1 16,3 9 3-16,0 9 2 16,1 5 0-16,2 5 3 0,6 5 0 15,2 1 0-15,7 1-1 0,2-4-2 0,3-8 2 0,3-4 0 16,0-7 0-16,-1-7-2 16,5-3 1-16,-3-7-2 0,2-3 1 15,-3-3-2-15,0-6 5 0,-2-6-5 16,0-6 0-16,-3-5 1 0,-3-1 0 15,1-5 1-15,1-7 1 0,-1-5 2 16,3-5-2-16,-1-4-1 0,-2-1-2 0,0-5-3 16,-4-2-5-16,-2-1-2 0,-2-2 2 15,-2 0 2-15,-5 2 1 16,-2 2 3-16,-1 4 2 0,0 3-2 16,-5 6 2-16,-1 9 2 0,2 3 0 15,-1 7 6-15,-3 1-1 0,4 0-3 16,-5 9-3-16,0 4 2 0,-4 7-1 0,1 4-1 15,2 5 0-15,1 1 2 16,5 2-1-16,3 2-1 0,1-3 2 16,2-3-3-16,7 1 1 0,-1-4 0 15,6-1 0-15,1-7-1 0,2-5 1 0,2-3-1 16,3-8 1-16,5-1 2 0,0-4-1 16,1-7 0-16,0-7 3 0,0-6-2 0,-4-6-3 0,0-4-4 15,-2-5 1 1,-3-1-1-16,2 5 1 0,-3 4 2 15,-2 7 1-15,-4 10-1 0,-1 7 1 16,-2 5 2-16,4 2 2 0,1 12-4 16,2 4 2-16,1 5 1 0,-1 5-1 15,3 2 5-15,-2 1-3 0,4-5-2 16,0-1-1-16,-8-4 3 0,3-3-1 16,-6-1 0-16,-2-7 0 0,0-3 4 15,-4-4-5-15,3-1 1 0,-2-2 2 0,1-12 5 16,5-4 3-16,-2-6-5 0,2-8-4 0,0-5-2 15,-3-4-1-15,2-5 2 16,-2 1-3-16,4 0 0 0,-2 8-8 0,-2 8-6 0,4 9-1 16,-3 8-4-1,4 3-20-15,3 3-46 0,7 5-74 16,-4 1-23-16</inkml:trace>
  <inkml:trace contextRef="#ctx0" brushRef="#br0" timeOffset="133451.1022">25016 5554 433 0,'0'0'79'0,"0"0"-77"16,-2-70-2-16,-1 45 3 0,1-3 15 0,-2 0 8 16,-2-1-11-16,2 3-12 0,-5 6-1 15,2 5-1-15,0 7 4 0,-1 2 2 16,0 5-5-16,-3 2-2 0,-6 11 0 15,1 9 0-15,-4 5 0 0,5 9 0 0,1 3 0 0,9 3 0 16,5 0-1 0,3-4 1-16,9-2 0 15,5-3 0-15,5-8 0 0,1-4 0 0,4-5 2 0,-1-2-1 16,0-4 0-16,4-8-1 16,-3-1 2-16,2-10 3 0,5-9-4 15,-2-4-1-15,2-7 3 0,-5-6-1 16,-2-4-2-16,-3-8 1 0,-3-5 2 15,-1-10-3-15,-4-7 0 0,-5-6 0 16,0-5-3-16,-3 2-2 0,-3 6 5 16,-5 7-5-16,-2 14 5 0,-9 7 1 0,-2 10 2 15,-3 7 1-15,2 5 0 0,1 3 1 16,0 5 8-16,2 6 3 0,5 6-4 16,3 3 1-16,-1 0-5 15,4 12-8-15,-1 8-3 0,1 12 2 0,5 6 1 16,4 8 3-16,4 4 5 0,3 6 0 15,0 2 0-15,2 5 2 0,2 1 1 16,0 0-2-16,1 3-5 0,0 1-2 16,-4-4 0-16,1 4-2 0,0-1-1 15,-1-3-48-15,0-2-52 0,-1-20-149 16</inkml:trace>
  <inkml:trace contextRef="#ctx0" brushRef="#br0" timeOffset="134161.5382">26477 5118 396 0,'0'0'95'0,"-1"-56"-94"0,-2 41 9 0,-3 5 41 15,2 3-2-15,-2 4-13 0,1 3-19 16,-1 5-16-16,-7 8-1 16,-3 12-2-16,-5 7 2 0,-3 5 1 0,5 6-1 15,4-7 1-15,9-2-2 0,6-6 1 16,0-6 0-16,8-7 0 0,3-5-1 16,3-5-1-16,3-5 2 0,-1-4 0 15,3-10 4-15,1-9 0 0,2-11 1 16,1-3-3-16,-1-6-2 0,0-3 0 0,1 2 0 15,1 0-7-15,3 5-10 0,2-1-10 16,4 5-10-16,-1 4-14 16,2-1-10-16,-1 3-7 0,-2-1 0 0,-2-3 42 0,-3 0-99 0,-5-3 88 0,-2-1 33 31,-6-2-22-31,-1-5 20 0,-4 0 6 16,-4-3 9-16,-4 6 41 15,0 2 6-15,-4 7-26 0,-3 6 31 0,-2 7-1 16,-1 6-9-16,-3 3-3 0,5 8 2 15,-2 1-14-15,1 2-9 0,1 8-11 16,-4 7-6-16,1 10-5 0,-1 7 2 16,-2 14 4-16,5 8 1 0,4 11 2 15,3 6 3-15,2 5 0 0,2 5 4 16,3 1 8-16,1 5-14 0,-2-2-11 16,0 1-2-16,-2 1 1 0,1-6-2 0,0-4 0 15,0-9 1-15,2-5-1 0,1-10 1 16,0-6-2-16,0-5-1 15,-3-8-26-15,-3 1-25 0,-2-5-23 16,-9-7-56-16,-2-7-127 0</inkml:trace>
  <inkml:trace contextRef="#ctx0" brushRef="#br0" timeOffset="134310.889">26519 5635 658 0,'0'0'0'16,"14"-53"-3"-16,8 25 3 15,9-2 20-15,10-4-9 16,11 3-3-16,6-3-8 0,2 4 0 0,4 1 0 16,-2 2-24-16,1-1-59 0,-5 3-145 15</inkml:trace>
  <inkml:trace contextRef="#ctx0" brushRef="#br0" timeOffset="134595.7353">27680 4671 734 0,'0'0'0'0,"0"0"-5"0,0 0 5 16,0 0 32-16,0 0-26 0,0 0-6 15,0 0-1-15,0 0 1 0,36 56 1 16,-23-27 2-16,3-3 0 0,-3 1-3 0,-1-5 3 16,-3 0-2-16,0-7 0 15,2-2-1-15,-4-1 0 0,2-5-19 16,3-2-30-16,-1-5-11 0,2 0-27 0,2-10-63 16,-6-6-62-16</inkml:trace>
  <inkml:trace contextRef="#ctx0" brushRef="#br0" timeOffset="134734.6201">27692 4445 196 0,'0'0'379'15,"0"0"-379"-15,0 0-24 0,0 0 20 16,0 0 2-16,0 0-17 0,0 0-52 16,0 0-17-16,0 0-12 0,25 49-19 15</inkml:trace>
  <inkml:trace contextRef="#ctx0" brushRef="#br0" timeOffset="135070.4698">27982 4591 552 0,'0'0'1'0,"0"0"7"0,0 0-8 16,0 0 21-16,50 28 0 0,-32-15 1 16,0 4-6-16,2-2-9 15,-1 1-3-15,-5 1-1 0,-1-1 0 0,-5 1 0 0,-3 2-1 0,-2-4-2 31,-2-1 1-31,-1-2-1 0,-3-2 1 16,-4-5-1-16,1-5-5 0,-5-2-5 16,3-8-3-16,-1-9-5 0,1-5-12 0,5-9-5 15,0-4-9-15,3 0 3 0,8 1 12 16,5 4 19-16,-1 9 5 0,3 5 1 16,1 7 4-16,0 4 8 0,0 4 5 15,1 3 1-15,0 1 1 0,3 11-3 16,-1 1 2-16,-2 7 3 0,1 2-3 0,-3 2-3 15,3 2-7-15,-4 0-2 0,-2-1 1 16,1 2 2-16,-1-5-5 16,-3 0-6-16,0-3-52 0,-2-6-24 0,3-4-37 15,-5-9-69-15</inkml:trace>
  <inkml:trace contextRef="#ctx0" brushRef="#br0" timeOffset="135284.3753">28543 4005 571 0,'0'0'61'0,"0"0"-61"0,0 0-35 15,0 0 35-15,25 64 9 0,-12-27 4 0,3 5 8 16,-2 5-10-16,2 0-4 16,-1-2 1-16,-2 3-2 0,2-2-3 15,-3 1-3-15,3-1 1 0,-3-2 1 16,0-2-1-16,-3-3-1 0,-2-2-16 0,-1-4-38 0,-6-3-35 15,0-12-45-15,-5-10-52 16</inkml:trace>
  <inkml:trace contextRef="#ctx0" brushRef="#br0" timeOffset="135449.2932">28403 4509 619 0,'0'0'0'0,"0"0"-22"31,0 0 22-31,33-50 20 0,-4 34-12 16,7-2-2-16,8 2-4 0,3 0 0 16,-1 4-2-16,0 5-15 0,0 0-48 15,1 1-60-15,-3 0-31 0,-4-1-51 16</inkml:trace>
  <inkml:trace contextRef="#ctx0" brushRef="#br0" timeOffset="136322.2267">29028 4526 431 0,'0'0'6'16,"0"0"-4"-16,0 0-2 0,0 0 16 15,0 0 22-15,0 0 41 0,0 0-43 16,0 0-21-16,63-28-11 0,-46 7-3 16,-1-2 0-16,-6-3-1 0,-3-4-1 15,-5-2-7-15,-1-4-2 0,-1-3-6 0,-2 3-1 16,-5 5 5-16,-2 5 4 15,-2 8 3-15,-1 7 1 0,1 5 1 16,-2 6-2-16,2 9-5 0,2 6 8 16,-6 5-1-16,5 9 1 0,1 6-1 15,3 3 2-15,6 2 1 0,4-1 1 0,8 0 1 16,4-6 1-16,3-2 3 16,5-8 6-16,-4-2-2 0,4-7-2 0,-2-5-2 15,1-6 1-15,1-3 1 16,-1-7-3-16,5-8 0 0,-2-5 1 0,0-7-4 15,-3-2 1-15,1-6-3 16,-6-6-5-16,-2-8-3 0,0-10-3 0,-4-9-5 16,-1-8-8-16,-1-9-1 0,-3-3-5 0,-1-1 9 15,-3 4-11-15,-3 6 21 0,-8 14 11 16,-6 17 0-16,-5 15 3 0,1 16 7 0,2 5 6 16,5 12-2-1,0 1 2-15,5 13 0 0,-2 8-9 16,1 7-6-16,0 12 2 0,5 10 1 15,2 8 2-15,6 12 7 0,4 5 5 16,2 6 2-16,3-1-7 0,0-7-4 0,2-7-6 0,2-14 1 16,1-6-1-16,3-11-2 15,1-10 0-15,-2-6 0 16,2-9-1-16,-3-7 4 0,-1-7-4 0,2-13 3 16,-1-14-1-16,-5-8-2 0,-1-14-8 15,-6-12-3-15,1-12-7 0,-3-13-3 16,2-7-10-16,-4-5 18 0,1-1-36 0,0 10 36 15,-4 13 9-15,-2 18 4 16,-10 18 0-16,3 13 2 0,0 16 8 16,3 8 10-16,4 6 7 0,0 14-27 15,-2 10-1-15,-1 13 1 0,3 9 4 0,0 11 14 16,5 8 1-16,7 5 0 0,-1 4-6 16,2-1-5-16,1-2 1 0,8 7-3 15,2-7-4-15,3-8 0 16,-1-8 0-16,2-21-2 0,-3-9 0 15,0-7-1-15,-2-10-7 0,-3-8-14 16,-2-6 4-16,-6-14 7 16,2-9 1-16,-2-10-5 0,1-5 9 15,-1-6 0-15,-2-2 5 0,2 5 1 0,-5 7 1 16,0 9 3-16,-2 12 10 0,-4 5 12 16,3 8 2-16,-3 3-5 0,0 3-3 15,0 0-7-15,3 5-13 0,1 12-5 16,0 6 5-16,4 4 4 0,-1 7-1 15,0-2 1-15,-3-3-1 0,1 1-2 0,1-5-1 0,-1-2 1 16,1-5 1 0,-1 0-1-16,-1-5-1 0,4-2-10 15,-3-4-38-15,4-7-44 0,0-10-75 0,0-7-105 16</inkml:trace>
  <inkml:trace contextRef="#ctx0" brushRef="#br0" timeOffset="136486.9199">29983 3575 509 0,'0'0'0'0,"0"0"-33"15,0 0 30-15,0 0-10 16,0 0-14-16,0 0 26 0,66 67-53 0,-39-32-26 0,6-1-17 16,-4-7-10-16</inkml:trace>
  <inkml:trace contextRef="#ctx0" brushRef="#br0" timeOffset="137316.4953">30508 3835 498 0,'0'0'13'0,"0"0"-7"0,-38-53-6 0,23 42 35 0,-1 6 7 16,1 0-15-1,1 5-9-15,1 0-13 0,0 3-4 16,1 8-2-16,5 2-1 0,-2 2 1 15,5 3-1-15,2 4 1 0,2 4 1 16,9 0 0-16,4 2-2 0,3 2-16 16,2 5-4-16,1 4 5 0,2 2 8 15,-5 8 1-15,0 4 1 0,-4 3 4 16,-1 2-8-16,1-5 10 0,-7 1-23 16,-5-2-4-16,-1-4 18 0,-10-3 3 15,-8-8 4-15,-3-3-2 0,-9-9 2 16,-1-5-6-16,1-10 8 0,4-9 1 0,5-1 10 15,7-8 23-15,6-6 39 0,1-4-34 16,4-3-6-16,4-8-16 16,4-5-7-16,8-5-6 0,5-4-3 15,10-7-2-15,4-2 1 0,5-4-9 0,4-4-15 16,5-2-10-16,4-2-20 0,3 1-11 16,-1 1 34-16,1-1-78 0,-5 5 69 15,-4 3 4-15,-8 6 7 0,-11 6 9 16,-6 14 21-16,-8 10 4 0,-10 9 38 15,-1 4 8-15,-9 6-16 0,1 3-6 16,-5 9-17-16,-5 6 5 0,-2 5 8 0,0 3 6 0,3 3-7 0,4 2-7 16,5-2-6-1,5 0-6-15,4 1-1 16,2-3-1-16,5-2 1 0,4-4-3 16,1-1 2-16,5-9 1 0,2-2-1 15,0-6-2-15,2-3-2 0,1-7-17 16,1-8-8-16,0-9 4 0,-4-3 8 15,4-7 2-15,-4-6 10 0,-2-3 2 0,2 3 1 16,-4 6 1-16,0 8 0 0,-6 10 6 16,2 7 12-16,-7 4 9 0,2 5 5 15,0 0-19-15,-2 9-8 0,5 1-5 16,-2 7 2-16,0 4 1 16,-1 3 1-16,-3 4-1 0,2-2-1 0,0-1-2 15,-4 1 0-15,-1-2 2 0,0-4-2 16,-1-3 0-16,-4-5-1 0,0-4 0 15,2-2 2-15,2-5-1 0,-1-1-1 16,1-4 3-16,1-7 11 0,0-9-10 16,4-6-4-16,2-7-10 0,9-5-1 0,1-2 2 15,3-3 1-15,5 5 1 0,-3 4 4 16,0 8 1-16,-2 7 0 16,-5 6 1-16,0 7 1 0,-1 4 1 15,-3 2 1-15,1 6 3 0,-1 6-3 0,-1 6-1 16,2 4 1-16,-1-1-1 0,-3 8 0 15,0-1 1-15,1 2 0 0,-2 2-2 0,2-4 4 0,1-1-4 16,3 1-6 0,2-7-42-16,4-2-25 0,4-8-31 15,-1-5-28-15</inkml:trace>
  <inkml:trace contextRef="#ctx0" brushRef="#br0" timeOffset="137519.0645">31662 3514 433 0,'0'0'1'0,"0"0"-1"16,0 0-10-1,-46 60 10-15,37-36 5 0,3 3 4 0,3-1 3 16,3-2-2-16,1 2 2 0,8-5 5 16,5 0 9-16,2-1-10 0,2-5-10 15,0-1-2-15,2-3-4 0,5-3-4 16,-2-5-54-16,1-3-23 0,2 0-26 0,-3-3-41 0</inkml:trace>
  <inkml:trace contextRef="#ctx0" brushRef="#br0" timeOffset="137806.3233">31902 3773 307 0,'0'0'8'0,"0"0"-4"16,0 0 5-16,0 0 20 15,55-57-4-15,-39 39-16 0,1-5-6 16,-1 1 0-16,0-6-2 0,-2-1 1 0,1-3 0 15,-6-1-1-15,-1 2 0 0,-7 0-1 16,-1 5 1-16,0 4 0 0,-5 6 1 16,-3 2 6-16,-6 5 5 0,0 5-1 15,-5 4-2-15,-3 10-1 0,-4 7-1 16,1 6 3-16,-1 7 1 0,5 1-1 16,4 3 1-16,4 0-3 15,9-3-1-15,4 0 2 0,2-1 5 0,11-4 3 16,4-1 2-16,6-6-5 0,6 0-6 15,8-7-3-15,6-2-2 0,4-7-4 16,3-3-7-16,5 0-36 0,7-10-46 16,1-2-28-16,-6-1-84 0</inkml:trace>
  <inkml:trace contextRef="#ctx0" brushRef="#br0" timeOffset="138368.9001">22760 6789 476 0,'0'0'143'0,"0"0"-143"31,0 0-2-31,0 0 1 0,-31 54 1 0,29-29 2 16,0 3 7-16,2 1-1 0,0 0-4 0,4-1-3 0,4-6 1 15,2-2-2 1,3-6 2-16,-2-5-2 0,5 0 0 16,0-9-21-16,4 0-33 0,0-12-31 15,-5-8-32-15,-3-1-44 0</inkml:trace>
  <inkml:trace contextRef="#ctx0" brushRef="#br0" timeOffset="138507.3981">22763 6606 383 0,'0'0'0'0,"0"0"-25"16,0 0 25-16,0 0-1 0,0 0-33 0,0 0 21 15,0 0-28-15,79 19-36 16,-48-9-3-16,-3-4-23 0</inkml:trace>
  <inkml:trace contextRef="#ctx0" brushRef="#br0" timeOffset="138787.3809">23241 6635 272 0,'0'0'31'16,"0"0"-29"-16,-51 30 31 0,26-14 9 0,0 1-8 16,-4 2-10-16,6 0-6 15,-1-2-4-15,7-2-3 0,9-5-5 16,3-4-3-16,5-2-2 0,5-2-1 15,6-1-2-15,10-1 2 0,6 0 0 16,6-1-11-16,4-1-18 0,2-1 4 16,-5 2-8-16,0 1 10 0,-3 0-3 15,-10 0 21-15,-3 2 5 0,-8 2 0 16,-10 1-1-16,-3 6 0 0,-10 0-1 16,-10 5 2-16,-3 2 8 0,-6 2 4 15,-2 3 1-15,-2 1 2 0,-1-2-5 16,4 1-2-16,6-4-4 0,4-3-1 0,13-5-2 15,7-5-1-15,4-4-4 16,10-5-77-16,5-5-91 0</inkml:trace>
  <inkml:trace contextRef="#ctx0" brushRef="#br0" timeOffset="139176.0033">24096 6454 651 0,'0'0'0'0,"0"0"-15"0,0 0 8 0,0 0 6 15,9 61 2-15,3-43-1 16,0 1 4-16,0 1-1 0,-1 3-2 16,-1-3 0-16,-4 1-1 0,-4-1 1 15,-2-4 0-15,0-3 0 0,-1-3 0 0,-1-5 0 0,-2-2-1 0,-2-3 2 31,1-4-1-31,2-7-1 0,-3-7-3 16,4-6-13-16,2-6-3 0,1-3-9 16,9-1 0-16,5 1-5 0,2 6 17 15,1 2 2-15,1 7 8 0,4 5 5 16,-1 1 1-16,-3 8 0 0,0 4 8 16,0 0-3-16,-1 11 2 0,2 0 2 15,-2 3 2-15,-2 4 0 0,0 4 1 0,-1 0-1 0,-3 1-3 16,-1 0-1-16,-3 2-3 15,0-4-1-15,1 3-1 16,0-5-2-16,1-1-1 0,1-2-77 16,2-8-40-16,1-4-69 0</inkml:trace>
  <inkml:trace contextRef="#ctx0" brushRef="#br0" timeOffset="140630.6593">24693 6572 132 0,'0'0'386'0,"0"0"-386"0,0 0 0 16,0 0 14-16,0 0 12 16,33-57-12-16,-22 41-7 0,0-3-6 0,-4-3-1 15,-1 0 1-15,-4-2 0 16,-2 1-1-16,-2 2-3 0,-5 3-2 16,0 6 2-16,-6 1 2 0,5 5-1 15,-6 3 1-15,-1 3-2 0,-2 0 0 0,-1 7 3 16,-1 3 0-16,1 2 1 0,3 6 1 15,3 3-1-15,3 1-1 0,9 1 0 16,0 0-1-16,9 2 1 0,3-2 1 16,4 0 1-16,4-3 0 0,0-4 2 15,6 0 0-15,-2-4-2 0,3-4-2 0,3-5 1 16,-2-1-1-16,4-2 6 0,3-5-4 16,1-6-2-16,2-4-14 15,-4-3-14-15,-1-4-9 0,-4-3 0 16,-5-2-1-16,-6-2 4 0,-4 0 7 15,-7 3 17-15,-4-3 4 0,-3 2 6 16,-4 4 2-16,-2 4 7 0,-3 4 11 16,-1 0 9-16,-2 5 0 0,-1 3-8 15,1 2-2-15,-1 5-5 0,-1 0-2 16,1 2-1-16,0 8-1 0,6 1-4 0,-1 6-5 16,5 1-1-16,3 0 0 15,7 3-1-15,4-2 1 0,9 5 0 16,3-3 2-16,4-1 1 0,0 0 0 0,8-6-2 0,3 0 1 0,3-3-2 31,7-6 1-31,1-2 2 0,4-3-3 0,3-4-13 16,-1-7-9-16,-5-5-4 0,0 0-5 15,-10-4 2-15,-1-3-1 0,-7-2 1 16,-6-5 13-16,-2-1 0 0,-9-1 11 16,-6 0 5-16,-7 1 1 0,-2 4 5 0,-5 4 13 15,-8 5 14-15,-2 6 0 16,-4 3-7-16,0 6-6 0,-7 3-5 15,-1 4 0-15,-3 8-1 0,-1 4-3 16,5 3-5-16,3 0-2 0,8 2-2 0,8-1-2 16,2 1-1-16,5 0 1 15,5-4 0-15,4-1 0 0,5-4-1 0,2-2 1 16,1-5 1-16,-1-2-1 0,-1-3-2 16,0-5-2-16,-2-9-6 0,-2-2 1 15,2-4 7-15,-2-6-1 0,-4-8-1 0,0 0 1 0,-3-8 2 0,-1-9 0 31,-2-4 0-31,-1-9-2 16,0-3 0-16,1 5-2 0,3 5 2 16,-2 16-11-16,-2 13 14 0,-2 10 7 0,-4 11 5 15,3 4-6-15,1 3 1 0,0 10-5 16,-3 7-2-16,-1 10 0 0,-1 7 4 16,0 8 4-16,6 5 3 0,1 0-2 15,9 4 0-15,5-3 4 0,3-2-6 16,6 0 1-16,1-8-1 0,4-2 0 15,0-6-2-15,3-6-5 0,0-4 1 16,0-8 0-16,2-1 2 0,-2-7-2 16,0-3 0-16,-3-1 0 0,-4-5 0 0,0-7-1 15,-4-3-7-15,-4-3-1 0,-2-3-4 16,-6-4 8-16,-2-4-2 0,-5-6 0 16,-1-1 3-16,-1 0-3 0,-6 0 5 0,0 8-2 15,-4 5 1-15,-1 9 0 16,2 4 2-16,-5 7-2 0,0 3 0 15,-1 3 2-15,1 8-3 0,0 5 3 16,2 4-2-16,7 3 0 0,3 4 1 16,3 0-1-16,8 1 1 0,6-3 0 15,5 2 1-15,5-6-3 0,3 1 3 0,3-7 0 16,4-2 1-16,6-3-2 16,3-5 1-16,8-3 0 0,5-2 0 15,-1-2 0-15,3-7 0 0,-3-1-1 16,1-4-17-16,2-3 1 0,-2-3-10 15,-1-5 11-15,-4-4-6 0,-5-3-14 16,-3-4 4-16,-9-1 7 0,-6 1 9 0,-8 0 13 16,-8 6 3-16,-6 2 4 0,-4 6 13 15,-2 4 16-15,-5 2 4 16,-3 5-4-16,-1 0-6 0,-5 4-3 0,0 4-6 16,-3 3-8-16,0 4-2 0,-1 8-2 15,3 4-3-15,2 6-3 0,4 3 1 16,6 5-1-16,3-3 2 0,3 7-1 15,7-4 2-15,4-3 4 0,1 0 1 16,2-7-4-16,1-7-3 0,1 0 1 16,1-10-2-16,-2-3 2 0,1-4 2 0,-2-10-3 15,0-3 2-15,-2-9-3 16,-3-2 0-16,-3-6 0 0,-1-5 0 0,-2-5-1 0,-2-5-1 0,-2-4-3 31,-2-6-2-31,0-3-2 0,-4-6 1 16,0-2-1-16,-1 0 2 0,3 8 1 0,1 7 4 15,1 13 2-15,-2 12 4 0,-1 13 20 16,1 7-4-16,2 8-5 16,0 2 3-16,0 3-3 0,2 13-15 15,3 9 0-15,5 11 0 0,4 11 4 0,6 12 8 16,7 8 8-16,3 9-3 0,4 4 0 0,-3 4-7 16,-2 2-4-16,-3-2-2 15,-5 1-4-15,-2-2 0 0,-4-2-2 16,-2-5-37-16,-6-3-44 0,-3-15-120 15</inkml:trace>
  <inkml:trace contextRef="#ctx0" brushRef="#br0" timeOffset="147381.7216">13660 11760 103 0,'0'0'128'16,"0"0"-126"-16,0 0-1 0,0 0-1 0,0 0 11 16,0 0-2-16,0 0 4 0,0 0 4 0,-25 0-6 31,26 0-4-31,3 0-6 0,4 0-1 0,4 2 9 15,9-2 7-15,6 0 7 0,7 0 2 16,12-2 1-16,4 1-8 0,9-4-5 16,7 0-5-16,5 2 0 0,25 1-5 15,5-1 1-15,3 1 3 16,8 0-5-16,-16 0-1 0,2 2-1 0,2 0 1 16,0 0 0-16,-3 0 1 0,-1-2-1 15,-5 1 0-15,-4-1 2 0,-1 1-1 16,-7-5-2-16,0 1-1 0,-5 1 1 0,-4-3 0 0,-5-1 1 31,-9 3-1-31,-6 0 0 0,-6 0 1 0,-8 0-1 16,-6 2 0-16,-9-2 1 0,-4 1 0 15,-6 1-1-15,-6 3 0 0,-3 0-1 16,-2 0 1-16,0 0 0 0,0 0-4 16,-1 0 1-16,-4 2-2 0,-4 5 5 15,-2 2 0-15,-1-1-21 0,-1 0-49 16,5-3-27-16,0-5-66 0</inkml:trace>
  <inkml:trace contextRef="#ctx0" brushRef="#br0" timeOffset="148018.4558">16569 11115 289 0,'0'0'9'0,"0"0"-9"0,0 0 0 16,-53-1 4-16,50-1 14 15,2-2 18-15,1 4 12 0,3-2-11 16,9-1-16-16,7 1-6 0,12-3-4 0,13 0 3 15,14-3 4-15,12 1 5 0,9 2-8 0,8 1-3 0,5 1-5 32,-2 3-2-32,2 0-4 0,-2 0-1 0,-1 1 0 0,-5 5 0 15,-7-1 3-15,-4 0-3 16,-6 1 1-16,-8-1-1 0,-5-1 0 16,-10 2-2-16,-9-4-8 0,-9 2-7 15,-9-1-6-15,-4 0-17 0,-12 2 3 16,-6-1-9-16,-11-2-6 0,-7-2 4 15,2 0-123-15</inkml:trace>
  <inkml:trace contextRef="#ctx0" brushRef="#br0" timeOffset="148572.2705">18250 10811 324 0,'-13'-56'25'16,"7"27"-23"-16,-4 8-2 0,2 2 16 16,0 6 19-16,3 3 3 0,0 4-1 0,-1 3-11 15,2 3-10-15,3 0-4 16,0 6-6-16,0 8-6 0,-3 5 0 16,-2 11 1-16,2 2 3 0,-2 6 0 15,1 3 2-15,-1 3-4 0,0 2 1 16,-2 0-1-16,2 0 0 0,0-1 0 15,0-2-1-15,5-3 0 0,0 0 1 16,1-7-1-16,0-6-1 0,0-4-1 0,1-6-46 16,0-4 3-16,-1-7-17 0,-2-4-33 15,-6-3-18-15,0-7 0 0</inkml:trace>
  <inkml:trace contextRef="#ctx0" brushRef="#br0" timeOffset="148736.1369">17924 11083 390 0,'0'0'7'16,"0"0"-6"-16,0 0 1 0,0 0 11 16,0 0 7-16,0 0-6 0,78-42-1 15,-43 31-8-15,6 1-2 0,2 1-1 0,4 2-2 16,-1-1 0-16,2 3-18 0,-6-1-29 16,4 1-22-16,-7 1-25 15,-5 0-5-15</inkml:trace>
  <inkml:trace contextRef="#ctx0" brushRef="#br0" timeOffset="149180.1444">18499 11030 405 0,'0'0'14'0,"0"0"-14"0,0 0 3 0,0 0-2 16,0 0 23-16,0 0 26 0,0 0-1 15,0 0-39-15,54-32-7 16,-29 15-3-16,-3 2 2 0,0 0-2 15,-3-3 0-15,-2 4-3 0,-2-2-17 16,-4-1-5-16,-1 4-1 0,-5 0 1 16,-2 2 4-16,-1-1 9 0,-2 1 4 15,0 3 3-15,-1 1 2 0,-4 1 0 0,2 0 1 16,-2 0 2-16,-2 2 0 0,3 0 0 16,-4 2-2-16,2 2 2 0,0-2 0 15,-3 2 2-15,2 0 1 0,-3 4-1 16,2 2 1-16,-3 2 2 0,-1 3-1 15,2 0 2-15,-3 1 1 0,0 4-2 0,-2-1 2 16,2 2 1-16,-1 2-3 16,0 0 0-16,1 2-1 0,-1-3-1 0,6 4 0 15,1-3-2-15,6-3 0 16,1 0-1-16,4-1 0 0,6 0 0 16,2-6 0-16,5 0 0 0,3-1 0 15,-1-3 0-15,3-1-9 0,4-2-12 16,-2-1-4-16,1 1-4 0,-2-2-7 0,2-1-3 0,-4-3-9 0,-2-1-3 0,1-3 12 31,1-2-1-31,-3-1 0 16,1 0 3-16,-4-4-22 0</inkml:trace>
  <inkml:trace contextRef="#ctx0" brushRef="#br0" timeOffset="149670.2216">18946 10944 113 0,'0'0'31'0,"0"0"-7"0,0 0 23 0,23-54-2 15,-18 45 0-15,-4 3-8 16,-1-1-3-16,1 1 0 0,-1 1-7 15,0 0 3-15,-2 2-6 0,-1 0-2 0,-4 1-9 0,0 2-10 16,-6 2-2 0,-4 6-1-16,-9 4 2 0,2 2-2 15,-6 3 0-15,3 0-2 0,4-3-3 16,5 1-6-16,4-4-5 0,7 0 5 0,3-1-5 16,4-2-14-16,3 2 2 15,3-2 9-15,1 1 9 0,4-1 4 0,2 0 6 0,-1 1-2 16,0 0 2-1,1 2 0-15,5-4 2 0,0 0-2 0,4-1 0 16,0-1 2-16,-1 1-1 0,2 0-2 0,-2-2-36 0,-3-3 4 0,0-1 31 0,-2-6-40 0,-1-5 7 31,-1-1 25-15,-1-1-13-16,0-7 12 16,0 0 10-16,3-1 1 0,-2-5 0 0,-1-2 0 0,-2-6 0 15,0-3 1-15,0 0 2 16,-5-4 8-16,2 4-1 0,-3 1 4 15,-3 4 8-15,1 6 10 0,-1 3-4 16,1 9 1-16,-1 6 10 0,-2 3 2 16,1 5-4-16,-1 0-2 0,2 7-25 15,1 4-10-15,0 3 4 0,3 6 9 16,0 1 4-16,-1 6 1 0,4 0-1 0,-3 1-5 16,-1 1-3-16,-1 0 0 0,0 0-3 15,-2 0 0-15,0-3-5 16,3-1 0-16,0-1 1 0,1-2-2 0,-1-2 2 15,3-4-2-15,-1-1-9 16,0-2-34-16,-1-4-25 0,-3-3-20 0,2-6-22 16,-5-2-31-16</inkml:trace>
  <inkml:trace contextRef="#ctx0" brushRef="#br0" timeOffset="150394.2074">19154 10899 349 0,'0'0'14'0,"0"0"-14"0,0 0-8 0,0 0 8 16,66-26 4-16,-42 19 12 16,3 2-8-16,-2 0-8 0,2 0 1 15,0-2-2-15,-1 0 0 0,2-1-8 0,-3-3-1 16,1 1-7-16,-6 1 6 0,-3 0 9 16,-5 2 2-16,-5-1 0 15,-5 1 2-15,-1 1 5 0,-1 1 15 0,0 1 6 16,-2-1 2-16,-1 5-4 0,0 0-5 15,-1 3-10-15,-3 8-5 0,1 0-1 16,-3 3 7-16,4 6 13 0,2-3-5 0,1 2 0 16,2 0-5-16,0-1-1 15,0 1-4-15,4-4-2 0,2-1-3 16,2-2-2-16,0-1-1 0,3-4-2 16,3-1 3-16,-1-4-2 0,0-2 1 15,2 0-4-15,1-8-2 0,0-4-6 16,1-6-3-16,-2 0-1 0,0-2 4 0,-1 2 4 15,0 0-2-15,-4 5 2 0,3 5 5 0,-2 1 0 16,-5 7-3 0,4 2 2-16,0 7 2 0,1 1 0 15,2 0 2-15,0 0 2 0,-1 1 1 0,3-3 1 16,-3 0-1-16,0-2-1 0,-1-5 1 0,0-1 3 16,2 0-3-1,0-7-2-15,1-3-1 0,1 0-1 0,0-4-1 16,1 0 1-16,-4-1-1 0,3 1 0 15,-4 3 0-15,1 1-4 0,-2 4-2 0,1 2 0 16,1 3-7-16,0 1-2 16,3 0 0-16,-2 2-10 0,0-2 5 15,0 4 0-15,-2-4 5 0,0 0 4 16,-3 0 3-16,0-5 6 0,-1-2 2 16,-1-3 0-16,2-1 0 0,-3-1 1 0,-2-1-1 0,2 4 0 15,-3-3 1-15,-2 4-1 16,0 2 5-16,0 0 6 15,0 5 5-15,-3-3-2 0,-2 3-1 16,1 1-8-16,-3 0-1 0,-2 8-1 16,-2 3-2-16,3 2 2 0,1 5-1 0,-1-2 2 15,5 2 1-15,1-3 6 0,2 1-3 16,4-2 0-16,5-4-1 0,6 2 0 16,7-6-2-16,3 1-2 0,9-2-2 15,6-5 0-15,3 0-1 0,3 0-19 16,-2-4-33-16,-2 0-17 0,-4-3-25 15,-9 1-63-15</inkml:trace>
  <inkml:trace contextRef="#ctx0" brushRef="#br0" timeOffset="151162.2003">18730 11490 612 0,'0'0'0'16,"0"0"-30"-16,0 0 20 0,0 0 10 15,67-4 6-15,-47-6 7 0,3 1-3 0,-2 0-7 16,-2-2-3-16,-3 0 0 16,-2 0 0-16,-6-3-3 0,1 1-9 15,-7 0-1-15,-2-4-5 0,-1 3-4 0,-9-1 0 16,2 1-1-16,-4 1 3 0,-3 6 0 16,0 5 7-16,-3 2 8 15,-2 2 5-15,1 8 0 0,0 5 0 0,4 3 0 16,2 0 0-16,11 5 3 0,2-3 6 15,7 1 3-15,8-1 4 0,7-3 1 16,2 3-5-16,5-7-1 0,1-1-1 16,-2 0-5-16,2-7-1 0,-1-1-1 15,-6-3-2-15,3-1-1 0,-7-6 0 16,-1-5 0-16,-3-2-8 0,-1-4-2 16,-3-3 1-16,-4 0 2 0,-1-3 0 15,2-2 7-15,-2 0 0 0,2-2 0 16,2 3 0-16,2 5 2 0,1 6 2 15,-2 6 2-15,1 3 6 0,1 4 0 16,-2 3-5-16,5 6-1 0,-3 2 3 16,5-2-1-16,-3 2 2 0,1 1-4 0,0 0 0 15,0-2-1-15,-1-2-3 0,1 1-1 16,-2-2 0-16,2-1 1 0,-3-2-2 16,0-2-3-16,-2-2-11 0,0-1-9 15,-5-6-8-15,0-2 0 0,-3-5 7 16,-3 0 5-16,0-4 10 0,-1-2 6 15,-5-1 2-15,2 1 1 0,1-1 0 16,-3 8 1-16,1 1 1 0,1 7 8 16,2 3 7-16,-3 2 1 0,0 1-7 15,1 6-8-15,-6 4 0 0,1 4 3 16,-6 3 10-16,1 3-2 0,-4 0-7 16,2 4-1-16,-1-1-3 0,-1 2 0 15,2-1-2-15,-1-2 0 0,2 1-1 16,7-2 1-16,0-3-1 0,6-2-7 15,2-2-44-15,1-5-3 0,4-3-14 0,4-6-39 16,-4-1-30-16</inkml:trace>
  <inkml:trace contextRef="#ctx0" brushRef="#br0" timeOffset="151390.72">19609 11093 483 0,'0'0'0'0,"0"0"-4"0,0 0 4 0,0 0 9 0,0 0 7 0,0 0 13 32,0 0-1-17,48 30-13-15,-40-11-4 0,-1 1 2 0,-3 2 0 16,-1 0-6-16,1-2-3 0,-1 3-3 16,-1 1 1-16,1-1-2 0,-1-4 0 15,4 3-14-15,-3-4-34 16,-1 3-22-16,0-4-23 0,-2-5-36 0,1-6-50 15</inkml:trace>
  <inkml:trace contextRef="#ctx0" brushRef="#br0" timeOffset="151972.373">19632 11294 166 0,'0'0'244'16,"0"0"-244"-16,57-68-4 0,-29 52 4 16,-2-1 11-16,2 4 10 0,0 4-8 0,-3 6-5 0,-3 3-8 15,1 0 1-15,-4 7 1 16,-3 2 1-16,0 0-1 0,-3 3 1 16,-3-1-3-16,-1-1 1 0,-5 4-1 15,-2-5 1-15,-1 0-1 0,-1 1 0 16,0-3 0-16,0-2 0 0,0-4 3 0,1-1-3 15,2 0-15-15,3-3 4 16,4-6 3-16,1-3-8 0,5 1-6 16,-2-1 2-16,3 0 7 0,-2 4 7 0,0-1 0 15,-2 4 1-15,-2 1 3 16,2 0 2-16,-1 1 0 0,-5-1 0 16,2 0 1-16,-6 1 10 0,1-1-2 15,-3 3 6-15,-1-1 5 0,1 2 0 16,-1 0 1-16,0-2-1 0,0 1-6 0,0 1-4 15,0 0-2-15,-1 0-8 0,-3 3 1 16,0 4 0-16,-3 5-1 0,5-1 0 16,1 3-1-16,1-1 1 0,1 0-1 15,6-3-1-15,-2-3 1 0,0 2-5 0,3-4-9 0,-2-4 5 16,4-1 2 0,-2 0-29-16,0-6 37 0,3-3 1 15,-1 1 1-15,1 2 1 0,1-3-1 16,-2 0 0-16,3 5 5 0,0 0 1 15,0 2-4-15,3 0-1 0,-1-1 1 16,3 2-1-16,-1-2-1 0,5 1-2 16,2-2 1-16,2-1-1 0,0-2 0 15,1-4-1-15,2 1-9 0,-3-4-3 0,2 1-21 16,-4-2-19-16,2 1-18 0,-1 1-29 16</inkml:trace>
  <inkml:trace contextRef="#ctx0" brushRef="#br0" timeOffset="214916.5242">21534 8992 294 0,'0'0'0'0,"0"0"-5"0,0 0 5 16,0 0 2-16,0 0 5 0,0 0 1 15,0 0-1-15,0 0-5 16,-14-15 0-16,15 15-2 0,2 0-1 0,3 0 1 0,3 0 3 15,7 1 1-15,3 0 3 16,6-1-2-16,3 0 2 0,6 2-5 16,4 0 2-16,1 0-3 0,5 1-1 0,5-1 2 15,4 2-2-15,3-1 1 16,5 1 0-16,2 1-1 0,2-1 0 0,2 1 2 16,-2-2-2-16,-3 3 1 0,1-3 0 0,-1 1 0 15,2 0-1 1,1-2-1-16,-1-1 1 0,3-1-1 0,1 0 1 15,0 0 1-15,1-2 0 0,0-1-1 16,5 0 1-16,-4-2 12 0,2 4-1 16,3-1 4-16,-3 1-11 0,3 1-2 0,-4 0-3 15,5 0-1-15,-4 0 1 16,2-3 1-16,0 3 2 0,-2 0-3 16,3 0 1-16,-6 0 0 0,4 0 1 15,-2 6-1-15,-2-6 0 0,0 3 3 16,-1-1-4-16,0-1 0 0,1 1 0 0,-1-2 0 15,0 2 1-15,-3-1-1 16,-2-1 1-16,2 0-1 0,-1 0 1 0,1 2 0 16,-4 0 3-16,-3 1-2 0,0-2 1 15,-5-1 1-15,0 1 0 16,-1-1-4-16,-2 0 5 0,0 0-3 0,-1 0 1 16,-1-1 0-16,0 0 0 15,-3-1-1-15,-1 2 0 0,-4-1 3 0,1 0-4 16,0 0 0-16,-3 0 1 15,1 0-1-15,-3 1 0 0,0-1 1 0,-2 0-2 16,-3 1 0-16,-1 0 1 0,-3 0-1 16,0 0 0-16,2 0 0 0,-4 0 0 15,2 0 1-15,-4 0 0 0,-1 0 1 16,-5 0 0-16,-2 0 0 0,-5 0 5 0,0 0-3 0,-3-1 6 16,-3 1 0-1,1 0 1-15,-4-1 2 0,1-1-2 16,-2 0 2-16,1-1-2 0,0 0-5 15,-1-3-3-15,0 5-3 0,0 1-1 0,-2 0-24 0,2-2-86 0,0-5-121 32</inkml:trace>
  <inkml:trace contextRef="#ctx0" brushRef="#br0" timeOffset="215804.3607">25784 8020 477 0,'0'0'4'15,"0"0"-4"-15,0 0 3 0,-40-54 23 0,40 35 12 16,0 1-1-16,13-2-15 15,7-5-7-15,11-5-6 0,10 0-3 0,13-8-1 16,12-2 1-16,13-3-3 16,9-2-3-16,9 3 0 0,5-2 0 15,4 4 0-15,1-1-1 0,-6 3-1 16,-9 3-21-16,-12 6-10 0,-14 0-12 0,-12 0-7 16,-12 4-12-16,-14-3-1 0,-11 6 6 15,-12-1 12-15,-7 4 11 0,-11 4 24 16,-5-2 9-16,-4 5 3 0,-3 0 10 15,1 1 12-15,6 0 4 16,3-3 2-16,8 2-3 0,7-3-3 0,5 1-1 16,11 0-8-16,8 1-9 0,8 3-4 0,8 4 6 15,2 3-4-15,4 3 0 16,-4 3-2-16,-2 8 0 0,-9 4 1 16,-7 7-2-16,-9 5 1 0,-10 3-1 15,-5 10 0-15,-12 2 0 0,-11 8 0 16,-5 0 2-16,-7 2 0 0,-4-2 2 0,2-6-2 0,4-6-1 15,3-7 0-15,7-7-4 16,7-3-16-16,2-9-21 0,10-5-12 16,4-7-34-16,1-3-100 15</inkml:trace>
  <inkml:trace contextRef="#ctx0" brushRef="#br0" timeOffset="216064.9086">27621 7043 479 0,'0'0'5'0,"0"0"-5"0,0 0 17 16,0 0 25-16,0 0-2 15,0 0-26-15,0 0-10 0,0 0-4 0,-31 18 1 16,22 16 1-16,0 2 5 16,4 0 2-16,-1-2-2 15,5-4-3-15,1 1-1 0,9-4 0 16,2-3-2-16,4-4 1 0,4-4-1 0,3-7 0 15,4-3-1-15,1-5-8 16,1-1-15-16,1-8-10 0,-3-6-28 16,-2-5-16-16,-4-4-21 0,-4-7-32 0,-8 2-64 15</inkml:trace>
  <inkml:trace contextRef="#ctx0" brushRef="#br0" timeOffset="216221.7281">27573 6764 455 0,'0'0'2'0,"0"0"-1"16,0 0-1-16,0 0 2 0,0 0-2 15,0 0-3-15,0 0-2 0,0 0 5 16,60-33-47-16,-31 43-28 0,-1 5-27 16,-2-1-50-16</inkml:trace>
  <inkml:trace contextRef="#ctx0" brushRef="#br0" timeOffset="216572.6822">27976 6975 345 0,'0'0'100'16,"0"0"-100"-16,0 0 0 15,16 53 2-15,-10-41 8 16,1 5 5-16,3-2 3 0,-5 2-3 0,2 2-9 16,0-3-2-16,-2-2-1 0,1-1-2 15,-2-5 2-15,-1-3-1 0,-3-2-1 16,2-2 2-16,-2-1-3 15,0-3 4-15,0-6 6 0,0-8-1 0,1-5-9 16,0-6-4-16,1-5-11 0,-1-5-4 0,4-1 4 0,-1 4 1 0,6 4 6 31,1 4 2-31,1 9 4 16,2 6 2-16,1 3 1 0,-1 5 5 0,5 4 2 0,-2 6 1 16,2 7 1-16,-1 4-1 0,-1 7-1 15,0 7 1-15,0 3-5 16,0 5 3-16,0 0-3 0,0 3 1 15,-1 1-1-15,1-3-4 0,-2 0 1 16,1-2 0-16,-1-6-1 0,0-2 0 0,-1-7-34 16,1-3 5-16,1-11-62 15,5-9-30-15,-5-2-9 0</inkml:trace>
  <inkml:trace contextRef="#ctx0" brushRef="#br0" timeOffset="216809.3765">28705 6454 539 0,'-3'-51'30'16,"3"36"-29"-16,0 7-1 0,0 3 16 15,0 3 13-15,2 2-10 0,4 8-15 16,0 6-4-16,6 9 0 0,-2 8 2 16,5 6 4-16,-4 5-1 0,2 1 0 15,-1 4 0-15,-2 2-1 0,4 2-4 16,-3 3 1-16,0-1 0 0,2-1-1 15,-1-1 1-15,3-2 0 0,-5-2-1 16,0-4 0-16,-3-4-30 0,-1-4-36 16,-4-5-5-16,-2-11-79 0,0-6-8 15</inkml:trace>
  <inkml:trace contextRef="#ctx0" brushRef="#br0" timeOffset="216985.591">28477 6880 563 0,'0'0'0'0,"0"0"-8"0,0 0 5 16,56-63 3-16,-18 47 18 15,5 3-7-15,7 1-3 0,0 1-5 16,3 4-3-16,-2 2-1 0,-2 3 0 16,-1 2-34-16,-1 0-58 0,0 0-11 0,-9 0-40 15</inkml:trace>
  <inkml:trace contextRef="#ctx0" brushRef="#br0" timeOffset="217915.265">29189 6931 455 0,'0'0'3'16,"0"0"-2"-16,0 0 17 0,0 0 27 0,0 0 8 16,0 0-26-16,0 0-22 15,48-61-5-15,-35 40 3 16,1-1 0-16,-3-3-1 0,-7 0-2 0,-2-3 0 15,-2 1-4-15,-5-2-6 0,-8 4-1 16,-2 5 1-16,-5 7 0 0,-2 5 1 16,-6 4 2-16,-2 4 1 0,0 6 3 15,4 7 2-15,-1 5-1 16,7 5 2-16,6 3-2 0,5 4-1 0,3 1 2 16,6-2 0-16,4 5-1 0,9-7 1 0,5 1 1 0,5-1 1 15,-1-6 4 1,7 0-3-16,-4-4 3 0,4-6-2 0,1-2 0 15,4-6 0-15,-1-3 0 0,2-7 1 16,3-7-4-16,0-8 7 16,-3-5-5-16,-2-5-1 0,-6-4-1 15,-2-5 0-15,-5-7-1 0,-5-5-2 16,-2-8-3-16,-9-4-5 0,-3-8-2 0,-1-6-5 16,-4-8 3-16,-9-3 2 0,0-5-7 15,-5 3 4-15,-4 6 14 16,-8 10 1-16,-2 10 0 0,-3 13 1 0,5 12 0 15,4 11 5-15,2 7 6 0,7 12 1 16,8 4 1-16,4 7 1 0,5 7-6 16,0 13-8-16,0 13-1 0,1 10 1 0,7 13 2 15,1 10-2-15,5 9 7 16,0 9-1-16,3 4 6 0,-1 8 4 16,1 2-1-16,2-3-5 0,3-3-2 15,4-12-2-15,6-12-2 0,6-10-4 16,4-10 1-16,0-10-1 0,-2-9 0 0,2-8 0 0,-7-13 0 0,-7-8 1 31,-2-8 0-31,-8-17 3 0,0-9 3 0,-2-13-1 16,2-13-5-16,-1-12-1 15,-3-14-7-15,-1-11-9 0,-4-9 2 0,1-6 0 16,-5-2-4-16,1 10-13 0,-4 12 22 16,-2 20 9-16,-7 20 1 0,0 19 0 15,-3 15 2-15,6 8 6 0,3 9 4 0,1 5-3 0,0 12-10 16,0 10-6-1,0 11 6-15,0 11 0 0,6 8 8 16,2 12 0-16,-2 3 1 0,7 2-2 16,-1 1 1-16,5-3 0 0,4-4-1 15,3-5-1-15,6-9-1 0,1-5-2 0,2-5-2 16,2-7 2-16,-2-5-2 0,0-7 0 16,-6-8-1-16,-6-6 0 15,-6-10 0-15,0-8 1 0,-2-11 3 16,-3-12 2-16,2-10-6 0,2-11 0 0,-4-5-1 15,-1 3-3-15,-4 3 1 16,0 14 2-16,-3 11 0 0,-2 11 1 0,0 8 4 16,0 4 6-16,0 3-4 0,0 0-4 15,0 7-2-15,0 5-5 0,0 4 5 16,2 8 2-16,2 3 1 16,6 3 1-16,-2-1 1 0,5-3-2 0,-2-1 1 15,1 0 0-15,3-3 0 0,-1-1-3 16,2-6-1-16,0-1 1 0,-1-4-1 0,1-4-16 15,-1-6-25-15,-1-1-40 16,-2-17-45-16,-3-2-58 0</inkml:trace>
  <inkml:trace contextRef="#ctx0" brushRef="#br0" timeOffset="219049.3687">30374 5949 139 0,'0'0'286'0,"0"0"-286"0,0 0-23 15,0 0 4-15,0 0 17 0,0 0 2 16,79 74-2-16,-44-45-7 0,8 0-23 16,2 1 1-16,0-2 3 0,4-3 6 15,0-4-2-15,0-1 4 0,-1-4 6 16,-6-2-3-16,-3-4 11 0,-7-5 5 16,-5-5 1-16,-7 0 0 0,-10-2 14 15,-1-5 12-15,-6 0 18 0,-3 1 2 0,-3 0-7 16,-6 2-7-16,1 4-5 15,-7 0-6-15,-2 11-15 0,-2 5-3 0,-1 5-2 16,3 7-1-16,2 6 0 16,3 6 2-16,3 4-2 0,4 2 1 15,3 4 0-15,0-2-1 0,-1 5 0 0,-3-3 1 16,0 2-1-16,-5-2-2 0,-8 0-3 16,-4-3-15-16,-7-6-14 0,-3-6 11 0,-2-7 8 0,2-14-11 15,4-7 26 1,6-7 0-16,7-11 3 0,5-2 16 15,5-10 23-15,5 1-3 0,1-6-16 0,8-2-13 0,6-2-2 16,7-4-3-16,9-1-5 16,4 0 0-16,5-2-1 0,5-1-1 0,5-1-13 15,4-4-8 1,5-4-5-16,-2-5-1 0,3-3-5 16,-3-2 11-16,-5 1-7 0,-7 4 12 15,-10 9 9-15,-11 7 9 0,-8 13 1 16,-8 8 12-16,-6 7 11 0,-1 7 2 15,-8 3 4-15,-3 3-15 0,-4 10-9 0,-8 3-4 16,1 6 11-16,0 7 8 0,2 3 0 0,8 0-6 16,3 1-4-16,9 0-5 15,2-2-3-15,14-3 1 16,4-5 0-16,5-3 0 0,3-4 1 0,-2-6-3 16,4-3 2-16,2-7-4 0,-3-5-9 15,-1-5-21-15,2-8-4 0,-2-7 8 16,-4-4 7-16,0-8 8 0,-1 0 7 15,1-5 2-15,-2 5 2 0,-2 3 0 16,-3 7 2-16,-4 10-1 0,-1 6 14 0,-5 8 13 16,0 3-1-16,-1 6-14 15,1 8-11-15,1 3-2 0,-2 7 3 16,2 4-1-16,-4 2 1 0,1 0 2 16,-1-2-1-16,1-1 0 0,-2-2-2 0,0-6 3 15,-2-2-4-15,0-6 2 0,0-3-1 0,-1-3 1 16,0-5-1-1,0-3 2-15,1-9 9 0,2-9-5 0,2-4-8 16,2-8-16-16,7-6-11 0,5-7 8 16,2-3-3-16,3 1-17 0,1 3-6 15,1 8 21-15,-2 10 24 0,-5 11 1 0,-2 7 5 0,-6 7 11 0,3 3 2 0,-3 10-5 32,-3 4-2-32,3 8 1 15,-5 6 1-15,2 4-2 0,-1 2 1 16,4-1-1-16,3-2 0 0,-1-3-1 0,5-4 6 15,0-5 2-15,-1-4 6 16,1-4-10-16,-2-8 2 0,2-3-7 16,2-2-2-16,2-9 17 0,3-7-15 15,0-6-6-15,-1-4 0 0,-2-10-3 0,-1-3 1 16,-1-12-1-16,-1-7-1 16,4-8-2-16,2-12 1 0,-2-6-14 0,1-5-1 15,-1-3 3-15,-2 3 2 0,-4 7-6 0,-2 14 12 16,-6 15 1-16,-4 15 4 15,-2 11 0-15,-2 10 4 0,-1 11 12 16,0 0 2-16,0 7-1 0,0 7-12 0,0 9-5 0,-1 10-8 0,-3 11 6 31,1 7 2-31,3 6 2 0,0 1 4 16,1 4 0-16,6 2 4 0,5 0 2 16,0 0 2-16,1 0-4 0,-2 0-4 15,-1-3-2-15,-1-2-4 0,-2 0 0 16,-5-8 1-16,0-3 2 0,-2-6 0 15,0-9-2-15,0-6-1 0,-3-11-28 0,-2-6-41 16,-3-7-21-16,1-13-81 16,-2-5 10-16</inkml:trace>
  <inkml:trace contextRef="#ctx0" brushRef="#br0" timeOffset="219237.1509">32358 5638 471 0,'0'0'5'0,"0"0"-1"16,0 0 8-16,0 0 14 0,0 0 3 15,77-47-4-15,-28 44-16 0,7 0-8 16,6-1 3-16,3-3-3 16,1-2 0-16,-2-3 1 0,1 1-1 15,-6 1 0-15,-9 3-1 0,-5 2-4 0,-10 0-6 16,-8 0-1-16,-11 4-13 0,-12 1-22 0,-6 0-8 0,-16 6-29 31,-13-1-53-31</inkml:trace>
  <inkml:trace contextRef="#ctx0" brushRef="#br0" timeOffset="220716.0497">28963 7704 607 0,'0'0'0'15,"0"0"-4"-15,0 0 3 16,0 0 1-16,0 0 2 0,-53-41 4 16,36 56 0-16,1 0-4 0,-1 2 0 15,4 5-2-15,6-4 0 0,4 3 0 16,3-2-1-16,8 0 0 0,7 3 1 16,2-2 0-16,2 3-4 0,3 4-13 15,-4 1 2-15,-3 4 0 0,-7-1-13 0,-7 2-1 16,-3-2-1-16,-13-2 10 15,-4-1 8-15,-9-9 7 0,3-4 4 0,1-4 2 16,4-8 6-16,3-3 14 16,7-2 15-16,6-9 4 0,4-5-11 0,1-6-15 15,15-6-10-15,7-6-4 0,9-1 0 0,7-4-3 0,0-3 2 16,5 3 1 0,-1-3 2-16,-1 2 0 0,-4 3-2 15,-3 1 0-15,-4 5 1 0,-5 6-1 0,-5 3 1 0,-7 9 0 16,-6 4 2-16,-4 5 7 0,-4 4 0 15,0 0 1 1,0 2-8-16,0 9-3 0,0 5-1 16,0 7 1-16,0 2 1 0,-1 2 0 15,1-2 2-15,0 1-2 0,5-4 0 0,3-2-1 16,3-4 2-16,-1-1-1 16,2-1 0-16,0-5 0 0,1-4-1 15,-3-5 0-15,2 0 0 0,-1-5-4 16,-5-8-2-16,5-5 5 0,-5-5-1 15,3-4 2-15,-3-3-1 0,4 2 1 0,-4 3 0 16,1 6 0-16,0 7 0 0,0 5 0 16,-1 6 0-16,-1 1-4 0,4 9-2 15,1 6 3-15,1 6 1 0,-2 5 0 16,2 10 1-16,-2 6 0 0,2 6 1 16,0 6 0-16,-5 5 0 0,-2 3 0 15,-3 3 0-15,-1-1 0 0,-7-2 0 16,-5-4 2-16,-3-7-2 0,-2-9 0 15,0-11 0-15,0-7-1 0,3-8 2 16,3-7-2-16,1-9 2 0,5 0 5 16,0-13 15-16,0-8-6 0,4-10-6 0,1-8-8 15,11-8 1-15,4-2-2 16,6-5 0-16,4-1-3 0,0-5 2 0,5 3-6 16,-1 0-4-16,-3 2 1 0,2 2 3 15,1 3 2-15,-4 1 1 0,2 5 4 16,-6 2-1-16,0 5 0 15,-1 7 1-15,-2 7 1 0,-8 9-1 0,0 4 0 16,-7 8-1-16,0 2-2 0,5 1 0 16,-4 7 0-16,3 1 0 0,1 4 1 15,1 3 1-15,0 2 0 0,4-1 1 16,-2 2 0-16,4-2 1 0,3-3-1 16,4-1 1-16,2-6-1 0,4-3 0 0,0-4-2 15,-2-5 2-15,1-6 0 0,-6-6-1 16,-1-2-5-16,-2-4 1 0,-4-3 0 15,-1-6 1-15,-1-4 3 16,-3-6 0-16,2-4 1 0,-3-7-1 0,1-3 2 16,1-5-2-16,-1 7-1 15,1 6 1-15,-6 14 1 0,-1 15 0 16,-3 7 5-16,0 8 7 0,0 4-5 0,0 1-6 0,0 12-1 0,0 5-5 16,0 9 4-1,-1 5 1-15,-2 10 0 0,1 1 5 16,-4 4-2-16,1 1 4 0,3-3-3 15,1 0 1-15,1-2-1 0,0-3 1 16,4-2-5-16,2-4 0 0,-1 0 1 16,-1-5 0-16,-1-5-1 0,2-4-1 15,-4-4-46-15,-1-5-31 0,-4-9-36 0,-3-4-35 16,-2-9-12-16</inkml:trace>
  <inkml:trace contextRef="#ctx0" brushRef="#br0" timeOffset="220853.7283">30019 7515 396 0,'0'0'12'16,"0"0"-12"-16,0 0 4 0,0 0 15 16,18-52 8-16,4 41-14 0,10 1-7 15,10 3-4-15,4-2 1 16,7 3-3-16,0 3-2 0,4 1-7 0,1 2-58 16,-1 0-38-16,-11 0-46 0</inkml:trace>
  <inkml:trace contextRef="#ctx0" brushRef="#br0" timeOffset="221717.0786">30715 7621 491 0,'0'0'0'0,"0"0"1"16,0 0 5-16,0 0 3 16,22-52 4-16,-7 29-4 15,0 1-2-15,1-5-5 0,-5-2-1 16,-5 0-1-16,-2-1-2 0,-4 3-16 0,0 6 3 15,-7 4 8-15,-7 6 2 0,-5 4 0 16,-2 5-5-16,-7 2 10 0,-5 3 0 16,-1 9 1-16,-4 3 3 0,4 5 2 15,6 5-1-15,3 1 2 0,14 3-1 16,2 2-2-16,9-2-3 0,7 0 2 16,5-3-3-16,12-1 1 0,1-4 0 15,5-2 2-15,3-2 4 0,1-7-5 0,2-3 2 16,-3-6 1-16,-1-2-5 0,-2-9-13 0,-2-7-7 15,-5-2 3-15,-2-6 2 16,-1-4 6-16,-3-4 6 16,-5-5 0-16,2-3 1 0,0-2-1 0,0 1 3 15,1 4 0-15,-5 8 1 0,1 6 3 16,-5 10 14-16,-1 5 11 0,-2 3 6 16,-2 3-7-16,1 2-4 0,-2 1-4 0,1 1-14 0,1 8-6 15,4 3-4 1,1 6 4-16,2 6 0 0,-2 1 0 15,2 5 1-15,-1 1 0 16,0-3 1-16,-1 2-1 0,-1 2 1 16,2-5 0-16,-4 0 0 0,-2-8 1 0,-1-1-3 15,0-6 2-15,-1-4-2 0,0-3 3 16,1-5-2-16,-1 0 0 0,0 0 0 0,3-5 6 16,1-4 2-16,1-10-4 15,9-7-3-15,-2-4 0 0,1-5-2 16,1-1 0-16,0 3 1 0,2 3-1 0,1 8-1 15,-1-1 1-15,1 7-3 16,-1 7 3-16,3 3 0 0,-1 6 0 0,0 0 3 16,2 5 0-16,-2 5-3 15,2 3 1-15,0 5 0 0,1-3-1 16,2 2 0-16,-2 0 0 0,-3-4 0 0,0 1 0 16,-3-3 0-16,-2-6 0 15,-5-1 0-15,2-4-14 0,0-6-10 16,-1-7 11-16,1-5-2 0,-1 0-1 0,2-4-2 15,-4 4 10-15,2 1 7 0,1 5 1 16,-2 5 2-16,3 2-1 0,-1 4 7 16,2 1 1-16,2 3 0 15,3 2 0-15,1 1-3 0,0 0 2 0,-1-1-3 16,-2-2 0-16,1 1-2 0,-1-2 1 16,2-2-2-16,-4 0-1 0,2-3 0 15,0-5 2-15,1-2-3 0,2-3-5 16,-2 0-5-16,0-1 1 0,1 3 3 15,0 2 3-15,4 4 2 0,-1 3-2 0,-1 2-1 16,3 2 4-16,0 3 1 0,-2 2 2 0,-1 2 0 16,-1-1-1-16,-4 4 0 15,-6 0-2-15,-5 3 0 0,-5 1-2 0,-13 2-28 16,-7-2-117-16,-2-2-113 16</inkml:trace>
  <inkml:trace contextRef="#ctx0" brushRef="#br0" timeOffset="222850.4733">23412 10033 316 0,'0'0'0'0,"0"0"1"16,0 0 1-16,0 0 3 0,0 0 17 0,0 0 18 15,0 0-12-15,-1-21-19 16,28 14-1-16,8-1-1 0,17-2 1 16,10 1 5-16,6 0 6 0,12 1-5 0,5-2-4 15,12 2-3-15,7 0-2 0,10-1 0 16,7 0-1-16,8 0-1 0,7 0 1 16,7-2-4-16,3 2 0 15,2-2 2-15,3 1-1 0,-1 1 2 16,2-2 0-16,-3 4-3 0,-4-2-2 0,-12 0 2 0,-7 4 1 0,-11-2 1 15,-9 0 0 1,-8 2-2-16,-11-3-1 0,-10 3-2 16,-14-2-7-16,-15 5-27 0,-14-2-1 15,-15 1 1-15,-12 1-7 0,-10-1 8 16,-14 3 13-16,-14 0-28 0,-14 0 4 16,-10 0-19-16,0 0-70 0</inkml:trace>
  <inkml:trace contextRef="#ctx0" brushRef="#br0" timeOffset="223182.9123">23523 10040 352 0,'0'0'0'0,"-59"12"0"15,51-12 0-15,8 0 1 0,0-2-1 16,11-2 14-16,7 0-1 0,9-1-5 16,16 0 0-16,16-4 1 0,15-1 7 0,17-1 5 0,17-4-3 31,8-2-3-31,17-1-4 0,5-2-4 16,11-1 1-16,9-1-4 0,8-2-4 0,4 2 1 0,7 0 2 15,2 2 0 1,3-1 0-16,-2 2-3 0,-1-2-1 15,-9 3 1-15,-5 4 2 0,-9-1 2 16,-8 3-4-16,-5 3-6 0,-14 0-42 16,-13 7-24-16,-12-1-19 0,-12-1-18 0</inkml:trace>
  <inkml:trace contextRef="#ctx0" brushRef="#br0" timeOffset="224634.783">18533 10153 334 0,'0'0'0'0,"0"0"0"16,0 0 0-16,0 0 1 15,0 0-1-15,0 0 0 0,0 0 3 16,0 0 3-16,29-51-1 0,-19 49 1 16,6-1-1-16,1 2 2 0,7-1-2 15,-2 2 1-15,7 0-4 0,-1 0 2 16,1 0 1-16,9-1-4 0,-1-3 3 16,7-3-2-16,1-2-1 0,20-6 1 15,4 4 2-15,7-2 0 16,2-1-3-16,-13 5 2 0,4-2-1 15,1-2-1-15,0 0 1 0,2 0-2 16,-1-2 1-16,-3 0 1 0,1-1-1 0,3-1-1 16,0-2 1-16,1 0-1 0,2-1 0 15,-3-1 1-15,1 2 0 0,0-5 0 16,1 0 0-16,1-3 1 0,2 2 0 0,-2-3 1 16,2 1 3-16,-1-1 5 15,-1 1-5-15,1 1-3 0,1 2 1 16,-2 1-3-16,0 1 4 0,-1 1-2 15,0 0 1-15,3-2 1 0,1 1 1 0,-1 1-1 16,-1 1-1-16,0-1-1 0,-3 4-1 16,-3 1 0-16,-3-2 0 15,-6 5-1-15,-2-1 0 0,-7 1 2 16,-2 0-2-16,0 2 2 0,-3-1-1 16,-2 0 2-16,0 2 0 0,-1 1-1 0,-2-2 1 15,-2 4 2-15,-4 1-2 0,-3-1 0 16,0 3-3-16,-1-1 1 0,-3 2 1 15,-5 0-3-15,0 0 0 0,-4 1 2 0,-4 0-1 16,-3 1-1-16,-3 1 0 16,0-1 0-16,-6 1 1 15,-1 0-2-15,0 0 1 0,-3 4-1 0,0-3-3 16,0 3 3-16,0-2 1 0,-3 2 0 0,0-1 3 16,1 2-3-16,-1-1-2 15,-2 1-22-15,0 1-42 0,2 0-6 0,-2-1-7 16,0-4-44-16</inkml:trace>
  <inkml:trace contextRef="#ctx0" brushRef="#br0" timeOffset="224994.2446">22530 8988 355 0,'0'0'1'15,"0"0"-1"-15,0 0 0 16,0 0 0-16,0 0 1 0,0 0 7 0,0 0 6 16,52-40-4-16,-34 44-2 15,1 4 0-15,5 3 0 0,0 2-2 16,2 0-2-16,0 1-3 0,3 2 2 16,0-1-1-16,-3-1 1 0,3 2-1 15,-2-2 1-15,-1 0-1 0,-2-1 1 16,-3-1-2-16,-3-5 4 0,-4 0-2 15,-1-2 3-15,-10-4-1 0,1 1 1 0,-4-2 3 16,0 0-2-16,0 0 2 0,-5 1 0 16,-5 0-7-16,-9 1 0 0,-5 3 2 15,-9-1-2-15,-5 4 0 0,-4 0-1 16,-6 4 4-16,-1 3-5 0,-2 2 0 16,-2 2 0-16,-3 6 0 0,1 0-13 15,0 7-63-15,-2-6-18 0,8-4-45 16</inkml:trace>
  <inkml:trace contextRef="#ctx0" brushRef="#br0" timeOffset="231064.5443">23645 10528 295 0,'0'0'0'0,"0"0"0"0,0 0 0 15,0 0 3-15,0 0 7 16,0 0 3-16,0 0 6 15,0 0-3-15,10-9 0 0,27 6 0 0,15 0 0 16,15 0 1-16,11-2-1 0,10-1-2 16,7 1-3-16,11-1-3 0,5 1 0 15,12 0-3-15,8-2 1 16,6 4-3-16,7 2 5 0,-3 1-3 0,0 1 2 16,-4 5-4-16,-2 3-1 15,-4 0-2-15,0 0 0 0,-10 3 0 0,-5-2 0 16,13-1 2-16,-11 0-2 15,-12-1-22-15,-12-4 8 0,-32 1-6 16,-12-2-3-16,-9-1-7 0,-13-1-7 0,-12 0-15 0,-12-1-24 16,-11 0-6-1,-9-3-53-15</inkml:trace>
  <inkml:trace contextRef="#ctx0" brushRef="#br0" timeOffset="231427.4351">23776 10615 235 0,'0'0'0'0,"-56"16"0"0,46-12 2 0,10-2-1 15,8 0 2 1,11 0-2-16,11-2 25 0,11 0-1 0,17 0 2 15,12-4-6-15,16-3-4 0,11 0-2 16,15-2-2-16,9-4 0 0,12 3 1 0,13-3-5 16,3 3 0-16,3 0-4 0,-3 1 1 15,6 2-2-15,-2 1 0 0,1 0-4 0,-4 1 2 16,-2-1-2 0,-11 4 3-16,-11 0-2 0,-8 2 1 15,-12 0-2-15,-12 0-1 0,-12 3 1 0,-15 1 0 16,-13 2-8-16,-15 1-11 15,-14-1 1-15,-13 0-5 0,-12 0-10 0,-12 1-16 16,-15-1-11-16,-17-1 32 0,-12-1-7 16,-16-4-25-16</inkml:trace>
  <inkml:trace contextRef="#ctx0" brushRef="#br0" timeOffset="231729.6614">23847 10687 280 0,'0'0'50'0,"0"0"-50"0,0 0-4 0,0 0 4 16,0 0 1-16,0 0 3 0,71-1 2 16,-6-4 6-16,15-1 5 0,15-1 3 15,18-1 0-15,16-3-1 0,17 0-3 16,7 1-7-16,10-2-4 0,0-1 0 15,-3 1 1-15,3 0-2 0,0 0-2 16,3-2-1-16,-2 1-1 0,-4 2 3 16,-4 4-1-16,-5 0 0 0,-6 2-2 15,-7-2-2-15,-9 5-11 0,-12 2 0 16,-10 0-12-16,-12 0-14 0,-13 4-22 16,-13-2-35-16,-20-2-11 0</inkml:trace>
  <inkml:trace contextRef="#ctx0" brushRef="#br0" timeOffset="265802.8884">24206 12733 258 0,'0'0'11'16,"0"0"-9"-16,0 0 0 0,0 0 4 0,0 0 17 16,0 0-4-16,53-16 4 15,-32 13-4-15,0 1-2 0,6 1 1 16,-1 1-5-16,4 0-3 0,2 1-2 15,4 3 1-15,6 1 1 0,6-3-1 16,5 2-4-16,2-2-1 0,8 1 0 16,3-1-2-16,-1 0 1 0,3 1-3 15,-2-1 2-15,3 1-2 0,1-1 0 0,2 0 1 16,1 1-1-16,4-1-2 16,3-1 2-16,1 0 0 0,3 0 0 15,0 0 1-15,3 0 1 0,1 0-1 0,3 0-1 16,0 1 2-16,2 0-1 15,1 0-1-15,2-1-1 0,-1 1 1 16,0 0-1-16,1-2 0 0,-2 1 2 0,4-1 0 16,0 1-1-16,2-1 0 15,-1 0 0-15,-1 2-1 0,-3-2-3 0,-3 0 3 0,-2 0 1 0,-1 0 2 16,0-2 0 0,-3-2-2-16,-3-4 1 0,-4 1 2 15,-1-3 2-15,-5 1-5 0,1-1 0 16,-7-1 1-16,-4 2 0 0,-3-2-1 0,-7 0 2 15,-5-3 0-15,0 3-2 16,-8-1 2-16,0 0-1 0,-6-1 1 16,-2 1-2-16,-5-3 2 15,-3 4 0-15,-3-4-2 0,-5 2 2 0,-1 1-1 16,-3-1 1-16,-5 0-1 0,2 0 1 0,-5-1-1 16,-3 1 2-16,-1-3-1 0,-2 3-1 15,-6 0 0-15,-4-2-1 0,-4 0 0 16,-8-1 2-16,-5-2-2 0,-5 0 0 0,-6-3 0 15,-5 1 1-15,-4 1-1 16,1-2 1-16,-5-2-1 0,-2-5-1 16,2 3 1-16,-2 3 3 0,2 7 2 15,-1 5-5-15,-4-2-1 0,-6 1 1 16,0-1 1-16,-2-1-1 0,0 0 0 0,-4 2 1 0,0-2-1 16,-1 0 1-1,-3 0-1-15,-1 0-5 0,0 2 5 16,0 0 0-16,1-1 0 0,5 3 0 0,7-1 0 15,4 4 0-15,5-1 0 0,6 1 0 16,-1 0 0-16,1 0 1 16,-1 3 0-16,0-2-1 0,-2 2-4 0,0-1 2 15,-2 3 2-15,-2-2 1 0,-6 0 2 16,-2-1-3-16,0-1 0 0,-1 0 0 16,2 0 0-16,6-2 1 0,2 4-1 15,5 0 1-15,0 3-1 0,1 0 1 16,-2 0-1-16,0 0 1 0,-1 0-1 15,0 0-3-15,-1 2 3 0,-3 0 0 16,-2 0 0-16,0-1 1 0,-6 1-1 0,1 3 0 16,-1 1 0-16,1-1 0 15,1 0 0-15,3 1 0 0,3 0 1 0,-1 1 0 16,3 1-1-16,4-1 0 0,0-1 0 16,5 3 0-16,-1 0-1 15,5 2 0-15,-2 4 1 0,3-1 0 16,1 0 0-16,-1 1-1 0,1 3 1 15,1-1 0-15,3 2 0 0,1 0 0 0,3 3 1 16,5-1-2-16,-2 1 1 0,5 2 0 16,4 0 0-16,0 3-1 0,1 0 1 0,0 1 0 0,2 1 0 0,2 3 0 0,3 2 0 31,-2-1 0-15,4 1 0-16,1 1 0 0,5-1 0 0,1 1 0 15,9-4 0-15,9 0 0 0,12-4-3 16,11 2 3-16,18-9 0 0,15 1 0 15,19-7-7-15,14-3-8 0,15-1-13 16,6-3-16-16,9 0-17 0,8-2-15 16,8-3-50-16</inkml:trace>
  <inkml:trace contextRef="#ctx0" brushRef="#br0" timeOffset="267331.9394">24157 11433 349 0,'0'0'0'0,"0"0"-8"0,0 0 8 0,77-19 3 16,-43 10 1 0,10 2 5-16,8-2 2 0,8-1-1 15,12-1 0-15,5 3-2 0,6-1-4 16,3 2-1-16,2 1-1 0,2 1-2 15,3 1 2-15,2-2-2 0,-4 2 1 0,2 1-1 16,-5-2-2-16,-1 0-1 0,-7-1-11 16,-4 2-7-16,-9-1-3 0,-5 1-11 15,-9 1-21-15,-10-1-2 0,-11-1-18 16</inkml:trace>
  <inkml:trace contextRef="#ctx0" brushRef="#br0" timeOffset="267761.9099">21801 12041 116 0,'0'0'237'16,"0"0"-235"-16,0 0-2 0,0 0 0 16,0 0-4-16,0 0 4 0,53 18 14 15,-1-26 7-15,14-3 1 0,16-4 1 16,15 0-3-16,14-2-3 0,10-3-4 15,12-1-3-15,12-1-4 0,6-3-1 0,12 2-5 16,2 0 1-16,2 0 1 16,1 2-1-16,4 0-1 0,1 3 0 15,0-1-4-15,-7 3 4 0,-4 4 5 16,-4 0-3-16,-7 2-2 0,-8 2-4 16,-9 3-6-16,-11 3-12 0,-10 2-9 0,-11 0-3 15,-9 2-2-15,-12 3-6 0,-11 5-10 0,-16-3-20 16,-18-1-22-16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1:20:58.131"/>
    </inkml:context>
    <inkml:brush xml:id="br0">
      <inkml:brushProperty name="width" value="0.05292" units="cm"/>
      <inkml:brushProperty name="height" value="0.05292" units="cm"/>
      <inkml:brushProperty name="color" value="#FF0000"/>
    </inkml:brush>
  </inkml:definitions>
  <inkml:trace contextRef="#ctx0" brushRef="#br0">5953 11753 382 0,'0'0'0'0,"0"0"-1"15,-57-4 1-15,50 4 1 0,6 0-1 16,1 0-2-16,0 3-11 0,1 0 11 0,4 2 0 16,2-1-2-16,7-2 1 0,6-1 3 15,12-1 0-15,15 0 0 16,8-1 3-16,15-4 1 0,11-1-2 15,13-2 0-15,10-4-1 0,10 0-1 16,10-2 0-16,6-1-3 0,7 0 2 0,7 0 1 16,10-3 0-16,10 0 0 0,8-4-1 15,7-1-3-15,6 0 4 0,6-2 0 16,6-1 1-16,5-2 7 0,3-3-4 16,3-1-1-16,0-1 10 0,1-1-3 15,4-3 2-15,-4 4-6 0,-5 0 3 16,-6 3 2-16,-10 5 1 0,-5 0-4 15,-11 3 2-15,-9 5 0 0,-12 2 2 0,-13 2-9 16,-9 3 1-16,-15 0 2 16,-13 7-5-16,-18 0 1 0,-15 3-1 15,-15 5-1-15,-10 4-14 0,-18 7-27 16,-10-1-12-16,-10 2-23 0,-5-4-37 16</inkml:trace>
  <inkml:trace contextRef="#ctx0" brushRef="#br0" timeOffset="906.7035">7225 9458 268 0,'0'0'7'15,"0"0"-10"1,0 0 3-16,0 0-6 16,83-39 6-16,-28 32 1 0,15 3-1 15,8-3 0-15,14 2 0 0,9 2 0 16,15-4-2-16,14 1-4 0,14-2 0 0,12 0 2 16,14-4 1-16,16-2-1 0,8-2 1 0,5-3 2 15,10-1 0-15,6 1-2 16,3-2 3-16,7 2 0 0,4-1 1 15,3 1 4-15,3 2 0 0,5 0 5 16,0 1 2-16,1 2 3 0,-4 0-12 16,-4 4 7-16,-5 3-4 0,-7 0 0 15,-4 5-4-15,-10 2-1 0,-16 0 2 16,-8 9-3-16,-13 2 0 0,-21 6 0 16,-13 3 0-16,-18 4 0 0,-14 4-34 15,-12 2-32-15,-25-7-33 0</inkml:trace>
  <inkml:trace contextRef="#ctx0" brushRef="#br0" timeOffset="1939.0689">6339 13718 143 0,'0'0'146'0,"0"0"-146"0,75-45 2 0,-28 30 0 16,11-1-2-1,12-2 0-15,6 1 0 0,8-1 2 16,7 1 0-16,2 0-1 0,10 2-1 15,4 0 1-15,8 2-1 0,9 2 0 0,8-3 0 16,8 2 0-16,10 1 0 0,9 0 1 16,9 3 0-16,7-3 0 15,9 4-1-15,6 1-1 0,2 1 1 16,3 4 0-16,3-2 1 0,3 2-1 0,0 1-2 16,0-4 2-16,5 0 1 0,2-3-1 15,6-5 0-15,4 0 0 0,5-4 1 16,5 0-1-16,-1-2 1 0,1 2 1 15,3 0 1-15,-5 0 2 0,-2 3-5 16,1-2 2-16,-6 2 2 0,-3-1-3 16,-5 0 1-16,-10 2-1 0,-6 1 3 0,-8 1 0 15,-5 2 2-15,-7-1-5 16,-5 4 5-16,-9-1-1 0,-7 1 2 16,-6 1-3-16,-11 1-4 0,-10 0 4 15,-14 2-3-15,-12 1 0 0,-13 0 0 16,-9 0-1-16,-9 4-1 0,-11 4 0 15,-8 2-26-15,-13 1-22 0,-10-3-60 16</inkml:trace>
  <inkml:trace contextRef="#ctx0" brushRef="#br0" timeOffset="6289.8802">4047 7406 274 0,'0'0'11'0,"0"0"-11"16,0 0 16-16,0 0-5 0,-13-23-11 16,26 23-19-16,5 5 18 15,8 0 2-15,5 1 0 0,7-1-1 0,4 2 1 16,5 0-1-16,9 2 0 16,7 2 2-16,8-3-2 0,10-1 0 15,10-1 0-15,11-1 0 0,10-5 0 16,10-1-2-16,10-8 2 0,11-3 0 0,8-1 2 15,12-2-2-15,8 1 0 0,11-1 1 16,6 1 2-16,7 0 2 0,7 0 2 16,5 2 1-16,8 2-6 0,4 1 3 15,5 3 1-15,4 0-2 0,1 1-4 16,4 1 2-16,3-1 0 0,5 2 0 16,6-5-1-16,5 0-1 0,4-1 3 15,0 3-3-15,-1-2 0 0,-2 0 0 16,-6 3 0-16,-4-2 0 0,-2 1-3 0,-9 2-2 15,-13-2 0-15,-8 1-2 16,-18-2 7-16,-12-1 2 0,-14-1-2 0,-10 0-2 16,-19 3 2-16,-15-2 0 0,-17 3 2 15,-11 2-2-15,-17 0 0 0,-15 3-2 16,-15 0 2-16,-16 0 0 0,-15 1 0 16,-12 0 0-16,-8 3-7 0,-16-3-20 15,-11 5-6-15,-16 1 31 0,-17-1-22 16,-15 2-25-16,-17-3-40 0</inkml:trace>
  <inkml:trace contextRef="#ctx0" brushRef="#br0" timeOffset="6870.7618">4660 7748 275 0,'0'0'0'0,"55"13"0"0,-8-13 0 0,16-2 0 16,14-3 4-16,10-2 3 0,10 2 2 0,7-5-4 0,10 4 0 0,7-6-1 31,15 2 2-31,11-3-4 0,14-4 3 16,13-1 0-16,12-2 2 0,9 2 0 15,9 1-2-15,8 0-5 0,4 3 0 16,5 1 3-16,8 2-3 0,2 5-1 16,3 0 1-16,1 3 2 0,6 1-1 15,5 1 1-15,3 0-2 0,3-1 6 16,-3 1 1-16,-4-3-6 0,-4-3 5 16,-5 0 1-16,-8-1-5 0,-12-1 3 0,-8 0 0 0,-11-3 3 15,-8 2 4 1,-17-1-8-16,-10 3 7 0,-16 0-4 15,-12 1 0-15,-18 3-7 0,-13 1 2 0,-16 0-2 16,-16 2 0-16,-15 1 0 16,-16 2 0-16,-12 4-9 0,-6 0-25 0,-9 0-3 0,0 3-17 15,1-1-14-15,0-1-8 0,2-5-59 16</inkml:trace>
  <inkml:trace contextRef="#ctx0" brushRef="#br0" timeOffset="8060.7624">12546 7632 399 0,'0'0'85'0,"0"0"-74"0,-28-53 0 16,28 48-5-16,12 3-6 15,5 2 0-15,7 5 0 0,11 0 1 16,4 2-1-16,5 1-2 0,5-2 2 0,6 1 1 16,7-2 0-16,0-1-1 0,7-1 0 15,1-1 0-15,0-1 3 0,2 1-2 0,-5-2 0 0,-2 1 0 16,-3 0 0 0,-3 1 1-16,-6 1-1 0,-5-1 2 15,-6 6-1-15,-2-1 0 0,-6 3 1 0,-3 4 0 16,-7-1-1-16,-5 5 0 15,-5 0-1-15,-5 0-1 0,-4 3-1 0,-5 2 0 16,-4 2 2-16,-9 3-1 16,-7 5 1-16,-6 4 0 0,-9 0 0 0,-2 6 2 0,-7-1-1 15,-4 1-2 1,0 3 4-16,0-2-2 0,-2 1-2 16,2 2 2-16,1-2-1 0,-2 3-1 15,2-5 4-15,-1 2-3 0,3 1-1 0,7 0 1 16,3 2 1-16,8-5 0 0,7-2 1 15,4-2 0-15,8-1 0 0,3-1-1 16,4-4-1-16,3 3 0 0,7-3 0 16,4-2-1-16,5 1 1 0,3-4-1 15,5 1 1-15,2-2 1 0,5-2 0 16,3-2-1-16,6-3 2 0,-1-2 1 16,4-1-4-16,2-4 3 0,-2-2 1 15,-1-2-4-15,2 1 1 0,-4-3 2 16,-1-1-2-16,-6 1-1 0,-3 0 0 15,-3 1 1-15,-9 0-1 0,-2-2 0 16,-6 2 1-16,-5-2-1 0,-1 1 0 0,-6 4 0 16,0 1 0-16,-6 3 1 0,-5 1-1 15,-5 5 1-15,-10 2 0 0,-4 3 0 16,-8 3 1-16,-5 6 0 16,-3 1-2-16,-4 3 1 0,2 1-1 0,1 4 1 15,4 0 0-15,7-1-1 0,5 0 1 0,11 0 0 16,6-6-1-16,10 1-3 15,4-1 3-15,11-3-1 0,5 0 0 16,6 4 0-16,7-5 1 0,4 0 0 0,4-3 0 0,6 1 0 16,3-1 0-1,4-2 0-15,3 1 0 0,-1-4 0 16,2 5 0-16,-4-1 0 0,-2 0 0 16,-4-1 0-16,-6-4 0 0,-3 0-1 15,-8-1 1-15,-5-1 0 0,-5-2 0 16,-6-1 0-16,-6 1 1 0,-5-2-1 15,-4 7 0-15,-11 0 0 0,-11 3 0 16,-8 8 0-16,-15-3 1 0,-12 4-1 0,-12 4 2 16,-12-1 1-16,-8 4-3 0,-6-3 0 15,-5 3 1-15,-3-5-1 0,0 0 1 16,4-2-1-16,5-7-4 16,5-2 3-16,8-5 1 0,12-6-5 0,12-6-6 0,11-8-6 15,16-3-12-15,13-7-12 16,8-11-17-16,13-6-13 0,7-9-16 15,15-10-26-15,1 0-44 0</inkml:trace>
  <inkml:trace contextRef="#ctx0" brushRef="#br0" timeOffset="8656.107">13973 8808 590 0,'0'0'0'15,"0"0"-8"-15,0 0 8 0,0 0-2 0,64-34-1 16,-16 25 2-16,12-2-2 0,5-3 1 15,6-1-1-15,3-4-3 16,5-5-2-16,4-2 1 0,4-8 3 16,8-2 1-16,1-7 1 0,4-3-3 0,-1-4 2 15,0-9 3-15,0 0-1 16,-1-5 2-16,-1-6-2 0,-3 2-2 16,-4-9 3-16,-5-3 2 0,-3-4-2 15,-3-4 1-15,-6-2 5 0,-7-2-1 0,-4-3-1 16,-7-4-2-16,-10 1-1 0,-6-4-1 0,-10 2-2 0,-10 0 2 0,-11 0 0 0,-8 2 1 31,-10 6-1-31,-12 2 0 16,-10 4 0-16,-11 4-1 0,-10 4-2 15,-10 5-2-15,-9 6-4 0,-11 5 4 16,-9 6 1-16,-6 8 2 0,-7 4-1 16,-5 9 3-16,-2 6 1 0,0 7 6 15,-3 8 3-15,0 4-5 0,2 9 0 16,-2 1 4-16,4 12-9 0,4 4 0 0,-2 4 0 0,8 7 1 15,2 5 3 1,1 0-4-16,2 10 1 0,1 0 0 0,-1 3-1 16,8 1-1-16,5-1 1 0,10-1 0 15,9-2 1-15,13-4-1 0,11 0 0 16,8-6 0-16,10-2-4 0,7-3-28 16,8-7-28-16,6-1-2 0,2-9-1 15,14-7-30-15,5-6 11 0,5-12-37 0</inkml:trace>
  <inkml:trace contextRef="#ctx0" brushRef="#br0" timeOffset="9016.129">14148 5550 522 0,'-18'-55'3'16,"4"35"-3"-16,1 6 5 0,-1 7 11 0,0 5-16 15,-6 2-3-15,-4 5-3 0,-9 12 1 16,-7 7 1-16,-2 6-1 0,-8 5 5 0,-2 6 1 16,-6 5 3-16,2 2-4 0,-2 1 1 0,-2 3-1 0,3 4 0 0,-1 2-1 31,-1 3-1-31,6-4 2 0,-1-4 2 16,6-4-2-16,3-5 1 15,10-11 0-15,7-8 0 0,12-10 4 16,12-5 7-16,4-5 4 15,2 3-1-15,10 4-3 0,6 5-3 0,15 6 7 16,14 2-1-16,13 7-3 0,19-1 1 16,17 1 0-16,20 4 0 0,19-3-10 15,14 5-1-15,12 3 0 0,1 1-2 16,4 2 0-16,-2 0-28 0,-2 3-30 16,-1 3-58-16,-8-4-25 0,-8-6-49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1:21:46.601"/>
    </inkml:context>
    <inkml:brush xml:id="br0">
      <inkml:brushProperty name="width" value="0.05292" units="cm"/>
      <inkml:brushProperty name="height" value="0.05292" units="cm"/>
      <inkml:brushProperty name="color" value="#FF0000"/>
    </inkml:brush>
  </inkml:definitions>
  <inkml:trace contextRef="#ctx0" brushRef="#br0">12059 16243 218 0,'0'0'112'0,"0"0"-112"16,0 0-22-16,-58-59 21 16,37 47 1-16,-4-3 14 0,-4 2-4 15,-5-1-1-15,-3 2 1 0,-3 0-2 16,-6 1-1-16,-3-1 0 0,-3 1 0 0,-5 2 0 16,-3-3-1-16,-5 0-1 15,-9 2-3-15,-4-2 1 0,-9 3-2 16,-5 1-1-16,-6 3 0 0,-6-1 0 15,-5 1 2-15,1 4-1 0,-3-1 1 0,-2 1 4 16,-1 1-1-16,-3 0-2 0,1 7-2 16,0 1 0-16,-3 4-1 15,2 3 5-15,-2 5-5 0,2 1 1 16,2 4-1-16,1 2 0 0,6 3-3 0,7 0 3 16,5-1 3-16,9 1-2 0,5 1 2 15,5 5 5-15,3 3-1 0,4-1-3 16,4 6-2-16,5-1-2 0,2 3 0 15,5-1 0-15,5 1 1 0,3 0 0 0,14-6-1 16,6 3 0-16,8-2 0 16,7 0 0-16,6 7-1 0,5 0 1 0,4 2-3 15,9 0 2-15,7 1 0 16,5-2 1-16,8 2 0 0,10-3 4 16,5-5-2-16,9-4 0 0,7-9 1 15,10-1 2-15,8-4-1 0,6-2 2 16,22-1-5-16,4-1 2 0,10-5-2 0,8 0-1 0,-9-8 0 15,2-2 1-15,4-2 2 16,-3-4-1-16,1 0-1 16,1-5 0-16,0-7 1 0,1-5-1 15,3 1 6-15,-3-5 6 0,3 0-4 0,0-2 0 16,-2-3 1-16,1-3-1 16,-4-3-4-16,-3-4 4 0,-5-2-1 0,-6-3 2 15,-17 4 3-15,-8 3-2 0,-4 4-1 0,-2-1-6 16,11-5 4-16,-6 1-2 0,-5 3-1 0,-4 0-2 15,-8 0-1 1,-2 2-1-16,-6-1 1 0,-6-2 0 16,-5 0-2-16,-9 2-3 0,-8-2 3 0,-14 2 0 15,-6 3 1-15,-6-6 0 16,-8-2-1-16,-10-5-1 0,-12-3 0 0,-14-5 0 16,-11-6-1-16,-15-1 2 15,-16-3 0-15,-12-4 1 0,-20-1 2 0,-14 3-3 16,-18 3-1-16,-16 4 0 0,-11 3 1 0,-13 7 0 15,-12 5 0-15,-15 12-13 16,-14 15-20-16,-10 11-12 0,-11 12-11 0,-8 18-12 16,-13 9-50-16,-5-3-37 15</inkml:trace>
  <inkml:trace contextRef="#ctx0" brushRef="#br0" timeOffset="35396.9606">8713 11701 259 0,'0'0'6'16,"0"0"-7"-16,0 0 1 0,62-30 0 15,-36 28 1-15,4 2 0 0,4 0 0 0,3 0-1 16,10-3 1-16,7 1-1 16,17-5 6-16,12-1 2 0,16 2 5 15,11-2-1-15,9-1-2 0,7 2 3 16,2-4-1-16,5 3-3 0,0-1 0 0,2 1 1 16,2 0-8-16,-3 0 4 0,-3 2-2 0,-7 1 0 15,-6 2-1-15,-5 3-1 0,-7 0-1 0,-10 1 1 16,-8 3-2-16,-15 2 2 15,-11 1-2-15,-16-2 1 16,-13 4 0-16,-13-2-1 0,-12-1 0 16,-8 2-10-16,-24 5-28 15,-17-3-20-15,-15 1-59 0,-4-4 16 16</inkml:trace>
  <inkml:trace contextRef="#ctx0" brushRef="#br0" timeOffset="35756.689">8824 11810 214 0,'-53'14'27'0,"9"-12"-19"0,12 2-8 0,8 0 0 31,6-2 0-31,10 1 2 0,5-3-1 16,3 0 4-16,9-2 7 16,12-3 19-16,16-2-23 0,15-4-2 0,22-6-4 15,17 2 9-15,13-3-3 16,16 0 1-16,10 1-3 0,7 0-1 0,5 1-1 16,2 0-3-16,0 4 2 0,1-3 0 15,1 3 1-15,-1 0-4 0,-1 2 0 16,-9-1 0-16,-5 2 2 0,-7 2-1 15,-5 3-1-15,-8-2-1 0,-7 6 1 16,-9 0 1-16,-11 0-1 0,-13 8-5 16,-9 5-19-16,-13 3-17 0,-12 3-15 0,-8-1-41 15</inkml:trace>
  <inkml:trace contextRef="#ctx0" brushRef="#br0" timeOffset="43108.3777">7156 17670 389 0,'0'0'0'0,"0"0"0"0,0 0 1 16,-12-52 17-16,11 50 31 0,1 2-3 0,0 1-39 15,1 12-7-15,7 7 0 16,1 13 5-16,0 10 8 0,-2 5 0 0,0 11 1 0,-2 3 0 16,-2 5 2-1,-2 2-4-15,-1 3-2 0,-3-1-2 0,-2-5-2 16,-1-8-3-16,4-10 1 0,0-16 1 15,2-8-4-15,0-7 2 0,0-4-3 16,0-1 1-16,2-3-1 0,-1-4 1 16,1-5 1-16,3-5 5 0,0-14 5 0,2-9-7 0,3-12-5 15,-4-9 0 1,5-6 0-16,-4-3-4 0,5 7-6 16,0 8 5-16,0 15 3 0,0 12-2 15,3 10 2-15,1 6-1 0,3 3 0 16,1 12-1-16,-1 8 3 0,0 7-3 15,-1 5 2-15,3 2 2 0,-1-2 1 16,1 0-1-16,0-4 0 0,1-5 0 0,1 0 2 16,-4-5-2-16,1-3 0 0,0-4 3 15,-3-5-3-15,2-3 1 0,0-4 2 16,0-2-1-16,0-10 0 16,-2-4-2-16,-1-7-2 0,-2-4-3 0,-3-8-3 15,1-5-3-15,-4 0-1 16,-3-4 6-16,-3 7 2 0,0 5 4 0,-2 9 0 15,0 11 1-15,0 6-1 0,0 4 8 16,0 0-8-16,0 6-2 0,0 10 2 16,-1 4 3-16,0 7 3 0,1 5 4 15,0-1-3-15,0-1-2 0,1-4 2 0,2-2-1 16,4-3-2-16,-2 2 0 16,0-3 0-16,2-3-3 0,-3-4 0 15,2-3 0-15,-1 0 1 0,0-1-2 16,1 0 0-16,1 1-7 0,3-6-17 15,-2-2-9-15,2-2-15 0,4-13-9 16,-1-8-17-16,-1-11-35 0,-5-4-32 0</inkml:trace>
  <inkml:trace contextRef="#ctx0" brushRef="#br0" timeOffset="43244.1467">7790 17935 403 0,'0'0'0'15,"0"0"2"-15,-22-56 3 0,20 49 31 16,1 2-3-16,1 4-23 0,2 1-10 0,5 1-10 15,8 8-22-15,4 3-2 16,4 5-14-16,4 5-32 0,5 6-22 16,-2-2-50-16</inkml:trace>
  <inkml:trace contextRef="#ctx0" brushRef="#br0" timeOffset="44364.6153">8306 18186 82 0,'0'0'318'0,"0"0"-313"15,0 0 6-15,-38-52 53 0,23 40-15 16,-3 6-28-16,-3 6-14 0,-7 3-7 16,-3 11 0-16,-2 6 0 15,0 1 0-15,5 6 0 0,6-2 0 0,10 3-1 16,7-5-2-16,8 4-11 0,9-1-10 0,5 3-1 16,0-4 12-16,1-4 9 15,0-2 1-15,3 2 2 0,1 5-6 16,4 1 4-16,-4-1 2 0,0 1 1 15,-7-6 0-15,-2-2 0 0,-6-5 0 16,-2-1-1-16,-2 4 0 0,-2 4 1 0,-1 6 0 16,0 1-1-16,-5 1 1 0,-6-1 1 15,-2 0-1-15,0-3 0 16,-4-5 0-16,4-3 1 0,0-3 2 0,-1-6 7 16,3-1 7-16,1-5 8 15,3-2-5-15,2-1-14 0,3-8 7 16,1-4-8-16,1-3-2 0,3-5-3 0,3-12 2 15,8-11-2-15,3-14 0 0,7-19-3 16,0-17-19-16,3-23-2 0,-3-13-7 16,-4-8 12-16,-3 8 6 0,-8 15 6 15,-4 17 2-15,-3 18 5 0,-2 12 0 16,0 14 0-16,3 10 3 0,1 12-3 16,0 10 6-16,0 10 0 0,-2 9 5 15,5 3-8-15,-2 13-3 0,0 10-4 16,5 9 4-16,-3 10 6 0,2 9 5 15,1 11-3-15,0 9 3 0,1 11 4 16,-2 5 3-16,4 5-7 0,-1-8 3 16,2-8-11-16,0-13-1 0,3-16 0 0,1-14-1 15,1-7 2-15,-3-9-2 0,1-4 0 16,-3-8 0-16,0-5 1 16,0-2 1-16,-1-11 0 0,0-7 1 0,0-10-4 15,-2-6-2-15,-2-16-7 0,-1-16-5 16,-5-14-1-16,-3-13 1 0,-5-11-19 15,-2-4 8-15,0 3-12 0,-1 12 1 0,0 16 31 16,-1 22 5-16,-1 21 4 0,1 16 4 16,0 12 3-16,5 7-5 15,2 2 0-15,0 10-4 0,-2 8-1 16,0 10 1-16,-1 9 7 0,0 8 2 16,2 13 4-16,2 6-2 0,1 11 4 15,0 6 2-15,7 5 2 0,-1 1-7 0,4-5-10 16,2-6 2-16,4-9-6 0,0-13 1 15,4-10 1-15,0-8 1 16,1-8-2-16,-3-7 0 0,-1-6 2 0,-2-4-3 16,2-4 0-16,1 1 1 0,4-5 1 15,1-4-2-15,4-8-2 0,-4-11-3 16,0-7-2-16,-4-7-3 0,-4-3-6 16,-5-2-2-16,-1 1 6 0,-4 3 7 15,-3 7 2-15,-1 8 3 0,-1 8 5 16,0 7 5-16,0 4-3 0,0 5-7 15,2 7-5-15,1 3 5 0,0 6 0 16,1 1 2-16,0 5 0 0,2-4 0 16,1 0-2-16,-1-5 0 0,3-2 3 15,0-2-3-15,1-7 0 0,0-3-9 16,2-4-26-16,0-7 6 0,3-5 8 16,1-8-12-16,1 0-6 0,-1-1 13 15,1 6 19-15,-3 5 7 0,1 10 2 16,-2 4-1-16,3 14 5 0,-1 10 6 0,0 7 8 15,-3 0-2-15,-1-2-4 0,-2 4-5 16,1 0 15-16,-1 0-15 0,0-3 0 16,-3-3 2-16,-2-9 1 0,0 5-5 15,-1 3 1-15,-2 4 1 0,0 1 0 16,-1-5 5-16,-3-4 1 0,-4-7 4 16,-1-3 11-16,-4-10 4 0,1-5-8 15,0-2-11-15,-1-12-6 0,2-8-6 16,-1-16-3-16,7-14-2 0,4-15-4 15,16-11-11-15,15 5-5 0,11 12-2 16,11 16-13-16,6 11-33 0,17-10-71 0,1 1-202 16</inkml:trace>
  <inkml:trace contextRef="#ctx0" brushRef="#br0" timeOffset="45524.6546">10230 18206 317 0,'0'0'262'0,"-68"32"-262"0,30-6-35 0,-3 6 35 15,5 3 0 1,4 0 3-16,8-6 1 0,5-2-1 16,4-2 4-16,1 1-4 0,2 0-2 15,7-6-1-15,5-4 0 0,0-6-1 0,8-4-1 16,3-6 2-16,3 0 5 0,5-13 1 15,6-11 0-15,12-16-5 16,0-11-1-16,-1-11-3 0,-5-11-5 0,-11-7 0 16,-3-11 1-16,-5-3 3 0,-4 1-7 0,-2 11 3 0,-2 15 8 15,-4 13 0 1,0 14 2-16,-5 15 4 0,-1 12 2 16,4 8 4-16,1 5 3 0,0 6-15 15,-1 12 0-15,-1 11 0 0,0 15 0 16,0 9 6-16,3 12 5 0,0 7-1 15,4 3 1-15,5 1-3 0,8-4-7 16,3-11 2-16,8-9 0 0,5-11-1 0,2-11 3 16,7-6-5-16,-2-6 4 15,1-6-2-15,1-6-1 0,-6-6-1 16,-1-3-1-16,-4-13-3 0,-1-7-5 16,-6-9 6-16,-3-6-2 0,-8-7-3 15,-5-8-2-15,-4-1 5 0,-4-3 3 0,-2 6-2 0,-4 8 3 16,-5 12 1-16,0 12 0 15,1 12 0-15,-2 7 0 0,0 7 1 16,-2 9 0-16,1 13 0 0,-2 6 2 16,1 10 0-16,5 0 2 0,5 2-1 15,4-2-4-15,8-2 1 0,6-4-1 16,7-6 2-16,4-6-2 0,3-4 0 0,4-7-1 16,2-8 1-16,-1-2 1 15,0-6-1-15,1-6-12 0,-3-7 0 16,-3-6-1-16,-5-9 5 0,-4-6 2 0,-4-3 6 0,-3-6 2 15,-7 0-2 1,-1 3 2-16,-2 6 3 0,-2 11 9 0,0 12 5 16,0 6 2-16,0 5-2 0,0 4-17 15,0 10 0-15,0 9-2 16,0 10 3-16,0 6 1 0,0 4 2 16,3 3 0-16,-1 1-1 0,0-2-4 0,0-9 7 15,-1-4-5-15,3-1-2 16,-1-2 0-16,2 0 0 0,-2 2 0 0,-1-6-1 15,0-2 1-15,-1-8-1 0,-1-4 1 16,0-4 1-16,-3-6-1 0,0-1 6 16,-5-9-4-16,-1-8-3 0,-3-14 0 15,2-22-2-15,2-17-5 0,6-19-4 16,3-14-6-16,14 0-5 0,3 7 12 16,5 17-10-16,3 23 5 0,-2 20 15 15,1 16-2-15,-7 12 2 0,1 8-2 16,-2 3 1-16,2 13 1 0,-5 3 5 15,-1 6 2-15,-6 2 0 0,-2 7 1 16,-5 0-1-16,-6 4-5 0,-8 2 0 0,-8 3 2 16,-6 0 0-16,1-3-3 0,-2-2-1 15,6-9-14-15,7-5-38 16,3-14-50-16,9-9-86 0</inkml:trace>
  <inkml:trace contextRef="#ctx0" brushRef="#br0" timeOffset="47014.491">11277 18201 578 0,'0'0'0'0,"0"0"-2"15,32-71 2-15,-17 36 11 0,0-1-4 16,2-3-2-16,-2-2-4 0,-1-2 0 16,-4-5-1-16,-1 5 0 0,-5 6 1 15,0 6-1-15,-4 12 0 0,-3 10-2 16,-2 8-1-16,-5 5 0 0,-1 13 3 0,-3 6 0 15,-2 11 0-15,-1 4 1 0,4 6 0 16,6 0 2-16,7 0 0 16,5 0-3-16,7-3 0 0,2-3 0 0,7-6 1 15,1-7 0-15,4-9-1 0,-3-7 0 16,5-6-5-16,-3-6-15 0,0-11 3 16,-5-7-1-16,-4-10 3 0,1-6 4 15,-4-3 3-15,-4-6 4 0,3 2 4 0,-2 3 0 16,-3 9 3-16,4 10 4 15,-6 12 9-15,3 10-1 0,0 2-3 16,-1 12-6-16,2 8 7 0,-3 7 0 0,2 6-4 16,-3 2-1-16,-1 1-3 0,1 0-1 15,-3-3-2-15,-1-4 0 0,-1-4-2 16,0-8 1-16,0-5-1 16,0-7 1-16,0-7-1 0,-1-1-8 15,0-14 7-15,1-8-13 0,0-9-3 16,5-12 2-16,3-4 2 0,5-5-3 0,4 4 1 15,2 5 4-15,2 9 5 0,-1 11 4 16,-1 13 0-16,-2 9 0 0,0 4 2 16,-2 9 2-16,1 10 1 0,1 2 2 15,1 4-2-15,3 1-2 0,4 0-1 16,0-1 1-16,4 0-1 0,2-3 1 16,3-2 1-16,1-4-2 0,0-7-4 15,-1-6-8-15,-3-5-23 0,-2-13-11 16,-8-8 21-16,-3-3 2 0,-7-6 12 15,-3-5 11-15,-8-3 0 0,0-2 2 16,-8 2 8-16,-1 2 5 0,-2 7 1 16,-5 9 18-16,-2 9 3 0,-5 8-5 0,0 6-9 15,-4 10-7-15,-1 8-5 0,0 5 0 16,6 3-3-16,3 6-3 0,9 2 1 16,6 1-1-16,4-3-5 15,7 0-3-15,5-5 3 0,3-4 1 0,2-4-1 16,4-8 2-16,0-7-1 0,4-7 0 15,-3-6-1-15,4-14-1 0,-1-6-16 16,0-12 14-16,-4-7-8 0,-2-6 6 16,-4-8 4-16,-2-4 1 0,-8-6-2 15,-1-4 1-15,-3-6-2 0,-1-3-4 16,0-2 1-16,-5-2 5 0,1 7-4 16,-7 11 3-16,-3 15 1 0,-2 17 1 0,-2 18 1 15,3 14 5-15,5 7-1 16,0 15-2-16,3 14 0 0,-5 13 6 15,6 9 4-15,-1 8 0 0,5 7-2 16,2 3-1-16,2 5 5 0,9 1-7 0,3 0 1 16,1-6-3-16,4-7-4 0,1-12 0 15,4-7 0-15,2-9 0 0,4-8-2 16,-1-4 0-16,-1-8 3 0,0-9-2 0,-1-8-1 16,-3-5 1-16,-1-15 2 15,1-8-1-15,-3-8-2 0,-3-7 0 16,-2-7 0-16,-2-3-6 0,-2-3 1 15,-7 7-1-15,-2 6 3 0,-3 10-3 16,-3 8 6-16,-4 8-1 0,-3 5 0 16,-3 8 1-16,-2 4 0 0,-1 3 1 15,-5 11 1-15,3 4-1 0,0 7 1 16,1 4-1-16,4 8 2 0,8 1-1 16,3 1-2-16,2 0 0 0,6-2 2 0,5 0-2 0,5-3-1 0,2-8 1 0,4-6-1 31,6-8-11-31,-1-8-12 0,3-4 1 15,2-15 5-15,-1-10-9 0,-2-8 0 16,-5-5 11-16,-3-4 9 0,-2 1 7 16,-4 6 1-16,1 6 0 0,-5 9 11 15,1 9 8-15,-2 9 3 0,-1 2-5 16,1 5-4-16,-2 5 4 0,4 0 1 16,1 2-3-16,-3 1-8 0,1-3-3 0,0-1-3 15,-3-3-1-15,1 0 0 16,-2-6-1-16,6 0 0 0,-2-7-9 15,1-9-17-15,1-5-7 0,-1-6 0 16,1-2 7-16,-1 3 8 0,2 3 6 0,1 7 10 16,0 5 2-16,-1 7 0 15,0 4 14-15,0 1 2 0,-2 7 5 0,5 2 0 0,-3 2-3 16,3 0 0 0,-2-1-10-16,0 0-5 0,1-3-1 0,1-4-1 15,-1-2 1-15,0-2-2 0,1-3 0 16,0-8-6-16,0-4-8 0,-1-8-7 15,0-4-5-15,-2-6 4 0,1-6-10 16,-3-8 1-16,-1-4 2 0,1-11-8 16,-5-11-8-16,2-6 21 0,-2 1 9 15,-4 12 15-15,-2 13 0 0,-1 18 37 16,-1 15 27-16,-1 10-17 0,1 7 7 16,1 3-13-16,0 11-35 0,0 6 11 15,0 8 11-15,1 9-6 0,2 11-4 16,1 9-4-16,-1 9-2 0,-1 2 0 15,-2 0-5-15,0 0-2 0,-1-4-1 16,-4 1-2-16,-2-5 0 0,1-3-2 16,-1-3 0-16,2-2-16 0,1-2-32 0,0-8-21 15,-1-11-68-15,2-15-71 0</inkml:trace>
  <inkml:trace contextRef="#ctx0" brushRef="#br0" timeOffset="47177.1849">13155 17453 503 0,'0'0'8'0,"51"-27"-8"0,-16 14 0 15,4 1 2-15,5 2 13 16,1 1-10-16,3 1-1 0,4 3-4 16,4-3-35-16,13-6-62 0,-2-5-90 15</inkml:trace>
  <inkml:trace contextRef="#ctx0" brushRef="#br0" timeOffset="47833.1738">14248 17419 610 0,'0'0'0'0,"0"0"-2"0,0 0 2 0,-53-3 7 0,27 23-1 16,-4 7 1 0,-3 8 0-16,0-1-6 0,4 0-1 15,5-2 1-15,8-4-1 0,4-10 0 16,9-3 0-16,3-8-2 0,2-5-15 0,11-7-20 15,3-9 10-15,4-9 6 16,4-5 0-16,-1-3 7 0,4 2 11 0,-3 2 3 16,0 7 0-16,0 8 12 15,-3 6 4-15,4 6 4 0,-2 17-2 0,0 6 2 16,-4 10-3-16,-1 6-11 0,-2 2 1 16,-2-4-2-16,0 0-3 15,-1-6-1-15,-3-9-1 0,-1-5 1 0,-3-8-1 16,-1-9 0-16,-2-5-9 0,2-14-3 0,1-8 7 0,0-10-12 0,3-7 5 0,-2-5 8 31,1-8 1-31,4 1 2 16,6 0 1-16,5 9 0 0,7 8 5 15,0 14 8-15,-1 13 10 0,2 12-3 16,-2 9-4-16,-3 16-2 0,-1 7-2 16,-2 9 2-16,-2 6-3 0,-2 4-3 0,1 3-6 15,-2 7 1-15,-3-1-2 16,-3 6-1-16,-2 8-29 0,-9 3-54 15,-1-11-114-15</inkml:trace>
  <inkml:trace contextRef="#ctx0" brushRef="#br0" timeOffset="49876.4327">15724 17061 221 0,'0'0'298'0,"0"0"-297"16,0 0 2-16,0 0 5 0,0 0 16 16,0 0-18-16,-25 16 9 0,29 22 8 0,-1 5-6 15,2 3-5-15,1-2-1 16,-2-2 1-16,2-9-3 0,-1-2-5 0,0-6 0 16,-2-4-3-16,0-5-1 15,-1-2 1-15,0-6 1 0,-2-5-2 0,0-3 0 16,0-4 2-16,0-11 2 0,-3-6-4 0,-1-10-5 15,1-6-5-15,-3-15-2 16,1-7-1-16,0-7 0 0,5 0-1 0,0 12 6 16,10 11 6-1,1 15 1-15,4 12 0 0,1 11-2 16,1 11 3-16,2 14 0 0,-1 12 3 0,-2 13 2 16,0 3 2-16,-2 6-3 0,2 1 3 0,-2-4-2 0,2-4 0 15,0-9-1-15,0-6-1 16,-2-5-1-16,0-7-1 15,-4-3 0-15,1-8 0 0,-2-7 0 16,1-4-1-16,3-10 0 0,1-8 0 16,3-6-7-16,-4-9-6 0,0-6-5 15,-2-9-2-15,-3-9-4 0,-1-3 2 16,-3-1-4-16,2 6-1 0,1 12 14 16,-2 13 13-16,-1 13 0 0,0 13 1 15,-2 6 10-15,0 13-10 0,-2 8 9 16,0 7 7-16,0 7-1 0,-1 8-3 0,-2 3 0 15,2 4-1-15,-1 1-2 0,2-1 0 16,0-5-4-16,4-5-1 0,4-6 1 16,1-3-4-16,1-4-1 0,3-4 0 0,1 1 0 0,2-8 0 15,-1 0-1 1,1-4-1-16,-2-4-1 0,-4-4-8 16,1-4 1-16,-4 0-4 0,0-6 3 0,-1-3-5 15,2-1 2-15,-5 1 4 16,-1-1 4-16,-2 4 5 0,0 0-1 15,0 1 0-15,0 4 1 0,0 0-3 16,0-1 1-16,0 1-12 0,0 1-19 16,0-2-18-16,0 2-24 0,0-1-24 0,3 0-12 0</inkml:trace>
  <inkml:trace contextRef="#ctx0" brushRef="#br0" timeOffset="50616.3036">16527 17229 440 0,'0'0'3'15,"0"0"7"-15,0 0 51 0,0 0-8 16,0 0-9-16,0 0-22 0,0 0-14 0,-57-2-2 0,40 31 5 0,2 3 2 31,2-1 2-31,2 0-6 0,3 0-6 0,3-6 0 16,4-1 0-16,1-5-1 0,4-3-2 15,5-2 0-15,4-3 2 0,0-9 0 16,1-1-1-16,0-2-6 0,-1-6 1 16,-4-8 0-16,0-4-1 0,-2-1 2 15,-2-5 1-15,-2 1 0 16,-2-4 1-16,1 3-1 0,-2 5 0 16,1 3 2-16,-1 6-1 0,1 7-2 15,-1 2 1-15,3 2-6 0,2 2-31 16,0 2-1-16,7 5 8 0,3-3-1 15,4 0-10-15,6-2 5 0,7-2 18 16,7-2 14-16,0-2-13 0,5-3-2 16,-4-4 13-16,3-4 6 0,-7-3 2 15,-3-5 1-15,-3-1-1 0,-7-2 1 0,-2-2 2 16,-5 3 14-16,-5-4 11 16,-4 5 6-16,-3 2 8 0,-4 5-1 15,-3 4-3-15,-5 3-5 0,-3 5-9 16,-5 3-13-16,-4 10-6 0,-3 8-1 0,-6 6 0 15,-1 5 4-15,2 9-2 0,2 3-6 16,4 1 3-16,4 1 1 16,8-6-3-16,2-2 1 0,7-5-2 0,2-5 0 15,9-6 0-15,2-4 0 16,4-4 1-16,2-8-1 0,2-3-4 0,2-6 0 16,2-7 0-16,-1-7-3 0,1-7-3 15,-4-7 3-15,-3-10 1 0,0-8 0 0,-5-8-1 16,-2-10 4-16,0-3-2 15,-5-1-2-15,0 4 3 0,-2 9 2 16,-2 8 1-16,-1 14 1 0,-1 14 0 0,-5 9 2 16,2 12 5-16,1 4 4 15,-4 3-2-15,1 7-7 0,0 5 1 16,-5 9 2-16,2 3 2 0,-1 12 0 16,2 3 0-16,3 6 0 0,3 0-1 0,2 2-3 15,0 2-1-15,1-1 1 16,4-1-2-16,4-5-1 0,5-4 2 15,-3-7-2-15,3-7-10 0,3-1-11 0,1-6-7 0,0-1-17 16,2-7-30-16,0-5-39 16,-3-5-61-16</inkml:trace>
  <inkml:trace contextRef="#ctx0" brushRef="#br0" timeOffset="50880.2792">17347 17158 202 0,'0'0'200'16,"0"0"-200"-16,-51-28-24 0,29 24 24 0,-3 4 0 16,-1 1 1-16,-2 8 1 15,5 6 0-15,-1 1-1 0,6 3-1 0,9 3 2 16,4 0-1-16,5 3 0 0,3 0 0 0,3 1 0 0,7-2-1 15,3-2 1 1,1-2-1-16,1-2-9 0,1-5-38 16,-1-5-26-16,3-6-19 0,-4-2-78 15</inkml:trace>
  <inkml:trace contextRef="#ctx0" brushRef="#br0" timeOffset="51043.4112">17395 17147 137 0,'0'0'196'0,"0"0"-191"0,0 0 3 15,0 0 28-15,65-14-4 16,-49 23-13-16,3 3-10 0,3-6-5 16,-2-2-3-16,3-3 1 0,4-1-2 0,-5-9-10 15,2-5-18-15,-5-4-15 16,0-4-19-16,-6-5-5 0,-3-5 8 16,0-6 4-16,-6-15-11 0</inkml:trace>
  <inkml:trace contextRef="#ctx0" brushRef="#br0" timeOffset="51361.7105">17676 16580 211 0,'0'0'38'0,"0"0"-1"0,0 0-2 16,-51-23 7-16,45 47-9 0,-4 8-4 16,5 4 6-16,-4 3-8 0,4 9-5 15,4 6-1-15,0 10 1 0,1 6 0 16,0 4-4-16,7-2-6 0,3-4-5 16,6-5-4-16,1-12-2 0,5-7 1 15,5-10 0-15,3-5 1 0,2-4-2 0,2-9-1 16,1-5-3-16,-1-7-18 15,-2-4-21-15,-1-12-6 0,-5-9-4 0,-2-10 1 16,-4-7 8-16,-3-6 20 0,-3-5 19 0,-6 3 4 16,1 5 4-16,-7 14 7 15,-1 9 12-15,-1 9 17 0,0 8 8 16,-1 2-18-16,-5 11-22 0,-2 5 7 16,3 2 10-16,-3 8-2 15,2-2-4-15,2 4-6 0,2-4-1 0,2 0-2 16,0-6-7-16,1-3-1 0,4-3-1 0,0-4-1 15,4-2-11-15,-1-3-36 16,3-4-21-16,1-7-31 0,0-10-47 16</inkml:trace>
  <inkml:trace contextRef="#ctx0" brushRef="#br0" timeOffset="51483.2217">18096 16656 333 0,'0'0'35'16,"0"0"-35"-16,0 0-17 0,0 0 10 15,0 0 7-15,0 0 0 0,0 0-14 16,0 0-59-16,54 38-40 0</inkml:trace>
  <inkml:trace contextRef="#ctx0" brushRef="#br0" timeOffset="51640.1118">18243 16770 411 0,'0'0'1'0,"0"0"1"16,-3 78 33-16,3-43 27 0,1 7-12 0,3 3-12 15,1 4-23-15,-4 2 4 0,-1 1-14 16,0 0-4-16,0-3 0 0,0-3-1 16,0-6 0-16,0-5-6 15,-1-3-27-15,-5-4-23 0,0-4-22 0,1-7-26 16,-4-9-73-16</inkml:trace>
  <inkml:trace contextRef="#ctx0" brushRef="#br0" timeOffset="52106.4276">18144 17102 440 0,'0'0'0'0,"0"0"-29"15,58-19 29-15,-32 17 1 16,-2-1 4-16,1-1 0 0,0 0 0 0,3-1-3 16,1-2-2-16,-2-1 1 0,2-1-1 15,-5-1 0-15,-2 2 1 0,-5 4-1 0,-7 1 1 16,0 3 3-16,-4 2 12 15,-1 5 1-15,-1 6 4 0,-2 7-5 0,-1 1-5 0,-1 8 0 16,0-1-2-16,0 4-3 16,0-2-4-16,1-4-1 15,1-4-1-15,1-7-2 0,3-6-16 0,-3-7-24 16,0-2-8-16,4-11 19 0,1-7-12 16,3-5-4-16,-1 2 20 0,2-3 22 15,2 9 5-15,-5 6 8 0,2 6 29 16,3 6-3-16,1 13-8 0,2 13 5 15,1 10 3-15,-1 13-5 0,0 4-8 16,-2 6-10-16,0 3-7 0,-2 1 3 16,-3 0-5-16,2-2-1 0,-7-1 1 15,-3-6-2-15,-2-3 1 0,-5-8 8 16,-8-8 5-16,-2-9-4 0,-3-9 7 16,-1-12 4-16,-1-8-2 0,-2-5 1 15,0-17-3-15,3-8 7 0,4-13-4 0,4-10-10 16,3-12-5-16,8-5-5 0,3-6 0 15,10 2-14-15,9 4-21 0,7 7-13 16,11 5-24-16,16-3-47 0,0 5-131 16</inkml:trace>
  <inkml:trace contextRef="#ctx0" brushRef="#br0" timeOffset="52633.3567">19914 17208 378 0,'0'0'181'0,"0"0"-181"31,0 0-20-31,0 0 20 0,0 0 8 16,-68-2 7-16,36-2-8 0,-6 1-1 0,-6-3-3 15,-7-2 0-15,-4-5 2 16,-2-4-2-16,-4-5 2 0,6-2-4 15,2-3-1-15,8 1 0 0,11-1 1 16,10 7-1-16,13 5 1 0,7 8 0 16,4 6-1-16,9 3 0 0,3 14 0 15,-1 9-1-15,3 12 0 0,-4 10-3 16,-6 8-8-16,-4 1 1 0,-3 1 4 0,-9-5 6 16,-7-9 1-16,-1-6 0 0,0-5 0 15,4-7 8-15,8-5 15 16,8-9 1-16,9-3-5 0,13-3 1 0,13-5 7 15,15 0-5-15,14-6-8 0,15-3-10 16,24 0 0-16,8 0-3 16,4 2-1-16,5 3-25 0,-15 1-37 0,2-9-43 15,-15-2-113-15</inkml:trace>
  <inkml:trace contextRef="#ctx0" brushRef="#br0" timeOffset="53100.1196">20940 17252 709 0,'0'0'1'0,"0"0"-2"0,0 0-3 0,0 0 4 0,0 0 3 0,-8 61 3 32,12-32 2-32,2 7-3 15,-4 5-2-15,1 2-2 0,-3 3 0 16,0-3-1-16,0-3 3 0,-3-3-3 16,-3-3 2-16,-2-1-1 0,-3-4 0 0,3-6 0 0,-2-7-1 15,2-7 0 1,0-7-5-16,1-2 4 0,-1-12 0 0,1-9 0 15,3-10-3-15,1-10-1 0,3-10-3 16,2-6-2-16,8-6-6 0,6-2-4 16,6 2-1-16,7 8 10 0,5 10 7 15,3 10-1-15,1 11 4 0,0 12 1 16,-3 12 1-16,-4 7-1 16,-5 14-1-16,-10 7 1 0,-8 4 0 15,-8 0 0-15,-6 4 0 0,-12 0-2 0,-8-3 1 16,-7-1-6-16,-3-3-9 0,0-6-8 15,1-4-15-15,6-6-29 0,4-6-24 16,10-7-80-16</inkml:trace>
  <inkml:trace contextRef="#ctx0" brushRef="#br0" timeOffset="53660.8144">21246 17537 654 0,'0'0'12'0,"0"0"-12"0,12-62-3 15,-2 36 3-15,1 0 7 16,1 0-2-16,4-4-3 0,-2-2-2 16,1-3 0-16,-4 0 0 0,-2 1-3 15,-5 8 0-15,-4 6-4 0,-1 9-2 0,-6 9 1 0,-3 2 6 0,0 5 1 32,-2 4 1-32,1 4-1 0,3-1 1 0,2 1-1 15,6 3-1-15,4 0 1 16,5 2 1-16,2 1 0 0,2 3-1 0,0 3 1 0,-1 1 1 0,-1 1-1 31,-5-3 0-31,-4 1 0 0,-2-1-1 0,-4 0 1 16,-6-4 1-16,0-3-1 15,0-2 1-15,4-5 0 0,2-4 1 16,4-2-1-16,0-4 0 0,8 0 0 0,6-1 1 16,9-8 1-16,11-2-1 0,7-3-1 15,4-2-1-15,3-3-11 0,2-6-11 16,0 3 0-16,-5-7-3 0,1 1 7 0,-9-2 2 0,-3-3 7 15,-8 4 6 1,-7 1 3-16,-9 5 0 0,-6 5 1 16,-4 9 8-16,-2 9 14 0,-9 4-7 15,-8 12-13-15,-7 8 2 0,-6 7 4 0,-3 2 0 16,-1 1 2-16,7-1-2 16,7-4 2-16,11-3-3 0,8-2-1 15,3-6-5-15,9-4-1 0,2-2 0 16,6-3 0-16,2-4 0 0,3-5-1 15,3-1 5-15,1-9-5 0,-2-4-2 0,0-1-3 0,-2-8 0 16,-1 1 1 0,-5-1-1-16,0-1-1 0,-5 1-4 0,0 2-7 15,-5 4-13-15,1 2-7 0,-1 4-23 16,0 1-23-16,3 2-33 16,2 0-13-16</inkml:trace>
  <inkml:trace contextRef="#ctx0" brushRef="#br0" timeOffset="54039.067">22134 17109 378 0,'0'0'16'0,"0"0"23"16,4-60 40-16,-3 52-17 0,-1 5-8 15,0 3-18-15,0 6-17 0,0 8-19 16,-2 7 0-16,-2 11 5 0,-5 11 6 16,1 5 2-16,-1 1-3 0,0 2-4 15,-2-4-2-15,4 1 4 0,-4-3-4 0,2-1 0 16,0-3-3-16,0-4 1 0,1-3-2 15,4-8 1-15,-2-9 0 16,4-5 0-16,0-9-1 0,2-3-1 16,0 0-3-16,3-10 3 0,6-5-5 15,5-5-4-15,3-4-1 0,4-2 0 0,2 2-3 16,3 3 3-16,1 4 6 0,-2 8 2 16,3 2-1-16,0 5 3 0,0 2-1 15,0 4 1-15,-2 4 1 0,-3 5-2 0,-7 0 0 16,-7 1 0-16,-3-1-1 15,-6 0 0-15,-6 1-3 0,-7-1 5 0,-7 0 1 16,-4-1 1-16,-7 1 2 0,-3-2-3 16,1-2 0-16,0-1 0 0,3-1 0 15,6-1 0-15,1 1-3 16,6-1-41-16,7-3-60 0,0 0-35 16,6-3-38-16</inkml:trace>
  <inkml:trace contextRef="#ctx0" brushRef="#br0" timeOffset="54966.4167">22176 17758 430 0,'0'0'11'0,"0"0"-10"0,0 0 32 0,52-24 17 15,-34 2-6-15,2-5-18 16,4-2-13-16,2-4-10 0,-2-3-2 0,2-3 0 16,1-3-1-16,-2-5-1 0,-2-4 1 15,-3-10-1-15,-2-6 1 16,-4-5-9-16,-6-1-12 0,-3 10 1 0,-5 11 11 15,0 19 9-15,-6 14-8 16,-4 9 8-16,-2 8 0 0,-2 5 2 16,1 10 3-16,1 5 2 0,1 7 5 0,-1 7-1 15,6 2 2-15,-2 10-5 16,5 6 3-16,3 2-1 0,0 4 3 0,3-3-1 16,3-1-2-16,1 0-1 0,0-1-2 15,3-4-4-15,4 0 0 0,2-8 1 16,3-5-4-16,4-5 3 0,2-5-2 15,2-6 0-15,4-6 1 0,0-6-2 0,3-6-4 0,-2-3-7 16,-1-10-5 0,0-8 5-16,-7-8 2 0,-1-2-4 15,-5-5 3-15,-3-5 1 0,-3-2 0 16,-5 3 4-16,-3 1 2 0,-4 10 3 16,0 7 0-16,-4 8 1 0,-4 6 6 15,-1 6 0-15,-2 2-3 0,-2 9-1 0,1 3-1 16,-3 7 6-16,-1 3-2 15,4 3 0-15,5 3-2 0,3 1 1 0,4 0-3 16,4-4 1-16,2 0-1 16,5-6 1-16,-1-1-2 0,3-5 0 15,1-4 0-15,2-4 0 0,1 0-1 0,2-5-4 16,1-3-7-16,1-6-8 0,-1-4-4 16,-2-4 1-16,2-10-1 0,-1-3 13 15,0-4 5-15,3-2 2 0,-3 3 2 16,-2 5 1-16,-1 5 0 0,-4 8 2 0,-3 6 11 15,1 6 4-15,-5 3 3 0,1 3-10 0,1 5 3 16,-3 5-4-16,2 5 3 16,-1 5 0-16,-2 4-4 15,-1 3-3-15,1 1 3 0,1-2-1 16,1 3-4-16,-3-5 2 0,2-4 1 16,-3-2 0-16,0-4-2 0,0-6-1 0,-1-3-3 15,0-4 1-15,1-4 0 16,0-1-1-16,3-8 3 0,0-7-3 0,5-6-10 15,4-5 1-15,2-6 1 0,3-5-3 16,1 2 2-16,3 4 2 0,-2 6 6 16,-2 8-1-16,0 8-1 0,-2 7 3 15,0 3 0-15,-2 3 1 0,1 8 3 16,-3 6-1-16,-1 5 4 0,0 1-2 16,-3 4 1-16,2 2-2 0,-4 2-1 0,2-3 0 15,-5-3-2-15,1-3 0 16,-1-5 0-16,-1-5 0 0,-1-6-1 15,-1-2 0-15,0-4-4 0,0-8-3 16,0-8 2-16,0-7-10 0,3-7-2 0,4-4 4 16,6-7 5-16,7 0-2 15,8 3 0-15,2 5 8 0,5 8 2 0,0 7 1 0,1 7 10 0,0 7 4 16,-4 4 6 0,-3 6-3-16,-6 7-5 0,-5 7-6 15,-5 6-4-15,-3 7-3 16,-5 7 2-16,-2 2-2 0,-3 1-6 0,-2 2-51 15,-9-1-89-15,1-11-229 0</inkml:trace>
  <inkml:trace contextRef="#ctx0" brushRef="#br0" timeOffset="61426.2152">19783 5210 472 0,'-25'-68'9'0,"5"24"-9"15,0 5 6-15,2 4 0 0,-6 1-2 16,1 0 0-16,-8-2-4 0,-6 0 1 0,-9 2-1 16,-8-4 0-16,-8 4-1 0,-11 0 1 15,-7-1-1-15,-11 3 1 0,-8-2-2 16,-4 4-1-16,-9-1-5 15,-7 5-2-15,-8 1 1 0,-9 0-4 0,-8 3 0 16,-6 4-5-16,-4-2 9 16,-10 5 4-16,1 2 1 0,-3-2 4 15,-5 5 0-15,-3-1-1 0,1 4 1 0,-7 1 1 16,-1 6-1-16,-5 0 2 0,-8 0-2 16,0 6-3-16,1 3 3 0,-4 2 2 15,-3 4-1-15,2 2 1 0,-2 1-2 16,6 3 4-16,3 2 1 0,5 2-2 0,10 2-2 15,9 0 5-15,11 0-1 16,8 3 1-16,4 3-1 0,8 2-5 16,2 4 1-16,7 7 1 0,4 1-2 0,3 6 1 15,8 3-1-15,2 5 0 16,11-1-3-16,6 3 3 0,9 0 0 0,13 1 0 16,7 1 0-16,13 0 1 0,11 0-1 15,10 0 0-15,8 2 0 0,13 0-2 16,9 2-1-16,4 0 2 0,15 0-1 15,8 2 2-15,7 3-3 0,10-1 1 16,10-4 2-16,8-2-1 0,11-1 1 16,13-5 1-16,11 0-1 0,16-8 3 15,7-1-1-15,15-4-1 0,11-5 2 0,17-4 0 16,10-5-2-16,13-6-1 0,9-4 0 16,8-7 0-16,10-3 0 15,5-3 0-15,9-3-1 0,5-2-6 16,3-4 6-16,3-2 1 0,6-7 0 15,4-5-4-15,3-2 4 0,-1-9-1 0,4-3-1 16,-2-5 2-16,1-5 2 0,4-1-1 0,-6-6-1 16,3-5 3-16,-6-2-3 15,-5-7 2-15,0-4-2 16,-11-4 6-16,-4-7-4 0,-9-4-1 0,-14-7 1 16,-8-1 0-16,-14 1-2 0,-17-4 0 15,-20 3 0-15,-20-7 3 0,-23 0-3 16,-20-5 0-16,-20-3-3 0,-26-2 2 15,-23 0 1-15,-22-4 1 0,-30 1 0 0,-30-1 5 16,-32-1 0-16,-33 3 1 0,-33 4-7 16,-35 5 0-16,-28 6 0 0,-30 8-3 0,-29 9 3 15,-33 13 2-15,-33 12-2 16,-32 23 4-16,-33 17-8 16,-30 22-11-16,-30 31-30 0,-29 21-22 0,-33 25-61 15</inkml:trace>
  <inkml:trace contextRef="#ctx0" brushRef="#br0" timeOffset="90156.8727">23655 16238 233 0,'0'0'1'0,"0"0"-1"0,-33-57 4 0,21 33 7 0,-1 3 19 16,-3 2-15-16,-2 0 10 0,1 4-3 15,-5 1-7-15,2 1 2 16,-6 2-15-16,2-1 1 0,-6 4-2 0,-5-1-1 16,-1-1 3-16,-7 4-1 15,-3-1 0-15,-2 2 1 0,-5 0-3 16,-2 0 0-16,-4 0 0 0,-1-1 0 0,0-2 0 16,-4-2 0-16,1-5 1 15,1 1-1-15,-2-1 0 0,-1-3 1 0,0 0-1 16,0 1 0-16,0-1 1 0,0 4-1 15,-3 2 0-15,-2 3 0 0,-2 2-1 16,0 6-2-16,0 1-1 0,-3 0 1 16,0 7 2-16,0 0 0 0,2 2 1 15,0 1-1-15,5 0 1 0,0 1 0 16,2-2 0-16,-2-1 0 0,0-2 0 16,1 1 0-16,-3-2 0 0,1 1 0 15,-3 1 0-15,3-1 0 0,2 2 0 0,-1 3 0 16,5 2 0-16,-1 0 0 15,7 0 1-15,1 2-1 0,2-3 1 16,5 6 0-16,1-3-1 0,4 2 0 0,3 3 0 16,0 1 0-16,2 4 0 15,-1 0 0-15,0 2 1 0,2 5-1 0,-6-4-1 16,4 1 1-16,-4-1 1 0,0 2-1 16,4-2 0-16,1-4 1 0,1 2 2 15,5-2-2-15,6-3 1 0,2 0 0 16,4-3 1-16,3 1 0 0,4-1-1 15,1 1-2-15,3 0 3 16,1 0-3-16,2 3 0 0,0 0-2 0,5 3 2 16,2-3 0-16,1 2-2 0,8 0 2 15,-1 0-1-15,6-2 2 0,4-2-1 16,3-1 1-16,8 3 2 0,5-1-2 16,5-5 0-16,3 1 1 0,5 0-1 0,2-2-1 15,2 0 1-15,4 0-1 16,2-2 0-16,1-2 2 0,3 2-1 0,2-2-1 15,1-2 0-15,1 0 1 0,2-1-1 16,1 2 1-16,1-2 0 16,2 0-1-16,1-3-1 0,0 0 1 0,1 0 0 15,0 1 0-15,-1-3 0 0,3 3 0 16,-3-2 0-16,2 1 0 16,-2 1 1-16,0 1-1 0,1 4 2 0,-2 4-2 15,-2 1-3-15,0 0 3 0,0-1 0 16,2 3 0-16,-2-3 0 0,4 0 0 15,-1-4 0-15,-2-3 0 0,2-2 0 0,2-2 1 16,2-3 0-16,3-1 0 0,2-3-1 0,1-3 0 16,3-1 0-1,0 1 1-15,-1 0-1 0,-2-3 2 16,0 0-2-16,-2-3 4 0,1-1 0 16,0-1-2-16,-3-1-2 0,-3 3 0 15,1-3 3-15,-7 0-3 0,1 2 0 16,-4-2 1-16,-3-1 0 0,-1-1 2 0,-5 0-3 15,0-2 4-15,-6 0 0 0,-2 0 0 16,-8-4 3-16,2 3-1 0,-7-3 1 16,-2 2-1-16,-4 1-4 0,-5-1 0 15,1 3 0-15,-5-4-2 0,1 3 1 0,-4-1 0 16,0 2-1-16,-8 0 1 16,2 3 1-16,-4-1-2 0,-2-2 1 15,-3 2 1-15,0 0-2 0,-3-2 1 0,1 1-1 0,-1 0-1 16,-2-5 1-1,-2 2 1-15,-6-3-1 0,3 1 0 16,-7-2 0-16,2 0 0 0,-5-4 0 0,0-1 0 0,-2-2 1 16,-1 0-1-16,-4 0 1 15,1-4 0-15,-3 1-1 16,1 2 2-16,-6-4 0 0,0 3-2 0,-3 2 0 16,-1 2 0-16,-2 3 0 15,-7 0-2-15,3-2 2 0,-6 1 0 16,-4 1 0-16,-5-2-3 0,-4 0 3 15,-7 1 1-15,-7 0 1 0,-2 4 0 0,-7-1-2 16,-4 5-2-16,-4 3 2 0,-6 3 0 16,0 3 0-16,-1 1-2 0,-2 5-15 15,0 3-6-15,-4 1-1 0,-4 3-17 16,-4 8-17-16,-9 3-46 0,-3-1-15 16</inkml:trace>
  <inkml:trace contextRef="#ctx0" brushRef="#br0" timeOffset="91638.7405">23898 15959 297 0,'0'0'0'0,"0"0"0"15,0 0 0-15,0 0 0 0,0 0 5 16,29-54 0-16,-20 43 2 0,5-2 2 16,0 0 1-16,4-3 1 0,2-2 0 15,3-1-2-15,4-3-1 0,1 1-1 16,4-6 0-16,4 1-1 0,3-6 1 0,8 0-3 15,5-5-3-15,6-5 3 16,8-1 0-16,6-6 0 0,4-2 1 16,5-5-1-16,5-1 0 0,2-5-2 15,0-2-2-15,6-2 2 0,1-4-1 0,0-2 1 16,8 2-2-16,-2 1-2 16,0 0 2-16,-1 6 2 0,-3 0-2 15,-1 2 0-15,-3 3 0 0,0 0 0 0,-4 1 1 16,-1 4-1-16,-2 1-1 0,-4 2 1 15,-6 0-3-15,-5 5 3 0,-9 3 0 16,-2 3-1-16,-7 8 1 0,-8 1-1 16,-2 4-1-16,-8 2 0 0,-6 3-6 15,-4 2 1-15,-8 4-3 0,-4 1-1 16,-7 3 8-16,-4 3-10 0,-2 2 9 0,-7-3 3 0,-5 4-5 16,-2 1-2-1,-2-2 3-15,-3 2-11 0,-1 0 11 16,-2-1-2-16,0 1-8 0,0 0 9 15,-1 0 6-15,2 3-2 0,3-1-3 0,-1 2 5 16,6-1 3-16,2-1 0 0,4 1-2 16,4-2 4-16,3 1 3 0,0-1 5 15,7 0-1-15,6 0-10 0,3-1-2 16,8 2 0-16,4 1 1 16,3 1-1-16,4 0 0 0,-2 5 0 0,-1 1 1 0,-3 3-1 0,-5 2 0 15,0 0 0 1,-6 2 0-16,-3 6-1 0,-6 3 1 15,-2 2 0-15,-5 4-1 0,-2 8 2 16,-1 2 0-16,-5 6-1 0,-4 5 0 16,0 7 0-16,-3 4-13 0,-6 2-57 0,3-8-81 15</inkml:trace>
  <inkml:trace contextRef="#ctx0" brushRef="#br0" timeOffset="94250.4063">24912 12348 209 0,'0'0'4'0,"0"0"-4"0,30 5 3 0,-10-11 20 15,6 0 17-15,10-3-6 0,5-2-7 16,15-1-7-16,7-1 1 0,14-5-6 16,11 0-3-16,10-3-1 15,7-1-3-15,-1 1-3 0,-1 2-3 0,-3 3 1 0,-4-1-1 16,-5 3 0-16,-4 1-2 15,-4 3-1-15,-8-1 1 0,-3 2-7 16,-9 2-11-16,-7 3-18 0,-9 1-13 16,-9-1-33-16,-10-1 1 0,-13 2-60 15</inkml:trace>
  <inkml:trace contextRef="#ctx0" brushRef="#br0" timeOffset="94575.6153">25129 12414 218 0,'0'0'186'15,"0"0"-184"-15,0 0-2 0,0 0 0 16,0 0 8-16,74-45 8 0,-30 26 2 0,15 1 3 15,7-2-7-15,6 2-2 16,12-1 3 0,11-1-5-16,7-2 0 0,9 1-1 0,5 1-2 15,7 1-3-15,1 4 0 0,1-2-4 0,-3 2 0 16,-4 1 0-16,-8 3 1 16,-10 0 0-16,-11 1-1 0,-12 2-3 0,-14 1-4 15,-10 2-30-15,-15 4-15 0,-9-1-9 16,-14 2-14-16,-10-3-48 0</inkml:trace>
  <inkml:trace contextRef="#ctx0" brushRef="#br0" timeOffset="94980.0337">27259 11586 328 0,'0'0'102'0,"11"-68"-98"0,-5 50-1 16,-2 8 20-16,-1 3 20 15,0 5-2-15,1 2-11 0,0 12-18 16,2 6-10-16,2 8 4 0,-1 6 4 16,-1 5 2-16,-2 4 0 0,-2 2-2 0,0 2-6 15,0-4-3-15,3 1 2 16,0-3-3-16,3-5 1 0,1 0-1 0,4-4-7 15,-1-3-29-15,2-2-29 0,-2-7-37 0,-2-4-26 16,-5-5-25-16</inkml:trace>
  <inkml:trace contextRef="#ctx0" brushRef="#br0" timeOffset="95237.4804">27204 11619 284 0,'0'0'148'0,"54"-51"-146"15,-17 39 1-15,8 10-2 16,3 2 12-16,3 5 6 0,2 9 9 16,-1 2-12-16,-2 5-7 0,-6 4-4 15,-8 0-4-15,-7 5 0 0,-10-1 0 0,-4-1-1 16,-12 1-1-16,-3 3-1 0,-14 3 2 16,-6 0 1-16,-7 2 1 0,-8 1-1 15,-4-3 0-15,-4 0-1 16,2 2 2-16,0-7-4 0,2 0 2 0,8-6-5 0,5-2-16 15,7-5-13-15,7-3-19 16,6-4-26-16,4-7-42 0,2-3-55 16</inkml:trace>
  <inkml:trace contextRef="#ctx0" brushRef="#br0" timeOffset="95799.0956">27854 12025 596 0,'0'0'0'0,"0"0"-7"0,0 0 5 0,0 0 2 16,0 0 5-1,0 0 6-15,67-25-3 0,-44 9-8 0,0-2 1 16,-1-1-1-16,-5 0 0 0,-1-3 0 16,-5-1 0-16,-4-2-5 0,-2-1-4 15,-5-1 0-15,0 2-3 0,-10 0 3 16,-2 5 2-16,-4 3 2 0,-2 4 0 0,-3 6 1 16,0 5 3-16,-2 2 1 15,0 3-2-15,1 9 2 0,4 2 2 16,1 4 0-16,5 4 2 0,2 5 1 15,6 4 1-15,4 2 1 0,0 0-2 0,6 1 2 16,7-2-2-16,0-2-1 16,6-3-3-16,1-4 1 0,6-1-2 15,2-6 2-15,4-3-2 0,7-2-8 16,-2-5-29-16,5-5-17 0,1-1-10 16,1-11-13-16,-5-5-31 0,-6-4-3 0</inkml:trace>
  <inkml:trace contextRef="#ctx0" brushRef="#br0" timeOffset="96183.4699">28357 11601 397 0,'0'0'52'0,"-56"-10"-52"0,34 26 0 16,0 5 1-16,0 6 12 0,5 5 5 16,3 6 4-16,7 1-7 0,1-4-2 15,6 7 2-15,7-7-5 0,8 0-4 0,6-2-5 16,4-6 3-16,5-5-2 15,3-4 0-15,4-4 0 0,1-4-2 16,0-6-17-16,1-2-10 0,0-2-7 16,-4-7-11-16,-2-4-6 0,-1-5-3 15,-3-6 2-15,-5-3-16 0,-4-6 22 0,-3-5 8 16,-6-4-4-16,0-1-14 0,-8-2 56 16,-1 3 6-16,-2 5 42 0,0 11 7 15,0 7 14-15,-2 10 16 0,2 3-23 16,0 4-1-16,-2 5-22 0,-1 7-29 15,-3 7 4-15,2 6 19 16,1 1 3-16,-1 5-8 0,4 1-8 0,0 0-4 16,4-3-2-16,1 0-5 0,6-3-4 15,-2-4-1-15,4-4-1 0,3 0-3 16,2-5 3-16,2-3-3 0,5-5-6 16,0-5-22-16,2-1-20 0,3-10-41 15,-2-7-31-15,-5-6-57 0</inkml:trace>
  <inkml:trace contextRef="#ctx0" brushRef="#br0" timeOffset="96352.7194">28671 11332 509 0,'0'0'0'0,"0"0"-8"0,0 0-23 15,0 0 28-15,0 0 2 0,0 0 1 16,56 44 0-16,-20-19-20 0,10 2-61 15,5-3 17-15,2 0-10 16,5-4 7-16,-10-6-58 0</inkml:trace>
  <inkml:trace contextRef="#ctx0" brushRef="#br0" timeOffset="96796.6827">29316 11564 212 0,'0'0'62'16,"0"0"-15"-16,0 0 20 15,0 0-18-15,-67-3-10 0,43 4-11 16,-3 5-4-16,4 1-9 0,1 1-2 0,8 0-7 0,6 0-3 0,8 2-3 0,5 3-2 31,10 1 2-31,8 3 0 0,2 3-2 16,3 1-12-16,4 3-21 0,-3-1 24 15,-4 0-39-15,-5-1 9 0,-5 2 12 16,-7-2 20-16,-8-3 9 0,-8 1-16 16,-10-4 13-16,-3-3 1 0,-4-3 2 15,-3-6 12-15,-1-4 8 0,4-5 8 16,2-8 1-16,6-1-4 0,6-6-6 0,5 0-8 15,6-1-8-15,7-1 0 16,8 2-3-16,8 0-1 0,1 0-17 0,3 0-2 16,4-1-4-16,2 2-1 15,-3-4 6-15,5 3 1 0,-4-4 15 0,0 1 3 16,-3 1 0-16,-3-2 0 0,-4 6 0 0,-5 0 2 16,-8 4 13-1,0 6 14-15,-7 1 5 0,0 5 8 0,-1 1-2 16,0 1-14-16,0 6-25 0,0 5 1 15,0 8 7-15,-2 2 12 16,-4 3-2-16,1 3-4 0,2-3-3 0,2-1-8 0,1-2-2 16,0 0-1-16,1-2 0 15,6-3 0-15,1 0-1 0,0-4-4 16,3-5-23-16,0-1-23 0,-3-6-26 16,5 0-12-16,-5-9-18 0,0-4-24 15</inkml:trace>
  <inkml:trace contextRef="#ctx0" brushRef="#br0" timeOffset="96946.7243">29424 11238 338 0,'0'0'0'16,"0"0"-58"-16,0 0 15 0,0 0 35 0,0 0 8 16,59 46-10-16,-30-26-10 15,5 1-17-15,5 1-12 0,2-3 2 16,-3-2-3-16</inkml:trace>
  <inkml:trace contextRef="#ctx0" brushRef="#br0" timeOffset="97383.582">30007 11449 179 0,'0'0'47'0,"0"0"21"16,0 0-5-16,0 0-9 0,0 0-9 16,0 0-4-16,-56-10-10 0,31 14-9 15,1 8-9-15,-6 4 1 0,0 6-3 16,1 7-5-16,1 3-3 0,0 8-3 15,10-2 1-15,2 0-1 0,11-4 1 0,5-3-1 0,3-6 1 16,6-11-1-16,8-6-1 16,7-7-4-16,-3-5-1 0,8-9 1 0,4-9 0 0,-1-3-1 0,0-2 4 31,-2 0 2-31,-4 4 0 0,1 6 1 16,-4 3 2-16,0 10 4 0,-4 4 1 0,0 5-1 15,-2 12-3-15,1 5 2 0,-2 9-3 16,0 1-1-16,-1-2 0 0,-3 2 0 15,-3-5-2-15,-1-4 0 0,-5-6 0 16,-3-7 0-16,-7-5-1 16,0-5 1-16,-5-5-10 0,-1-9 9 15,4-4-5-15,-3-10-2 0,7-4-2 16,4-6 1-16,2-5 0 0,12-1-6 0,3-1 1 0,6 3 6 16,3 5 7-1,1 8 1-15,4 7 3 0,-3 9 4 16,1 7 13-16,1 5 0 0,0 2-2 0,-2 12-2 15,1 5-3-15,3 9-4 0,-6 5-4 16,2 4-5-16,0 5 0 16,-3 3 0-16,0 7 0 0,-1 4-31 0,-4-3-66 0,-4-8-96 15</inkml:trace>
  <inkml:trace contextRef="#ctx0" brushRef="#br0" timeOffset="98120.4117">27535 12680 658 0,'0'0'0'0,"0"0"-1"15,0 0-6-15,-8 79 7 0,8-40 5 16,0 4 10-16,7 3 0 0,-1 2-7 15,5 4-3-15,-1-1-2 0,1-1 1 0,1-2-1 16,-5-6-2 0,2-8-1-16,-5-3 1 0,-1-6-1 0,-2-9 0 15,0-5 1-15,-1-9 0 0,0-3-1 0,-3-12 3 0,-2-9 4 16,-3-16-7 0,-1-10 0-16,-2-9-7 0,-1-11-4 0,2-5 0 0,-1 1-3 15,5 3 1 1,6 11 2-16,1 12 4 15,8 12 7-15,4 16-1 0,2 13 1 16,0 7 2-16,2 11-2 0,2 6-1 0,3 6 1 16,1 3 3-16,0 6 1 0,2-3-1 15,1-3 2-15,0 0-4 0,-5-3 1 16,-1 0-1-16,-2-7 1 0,-5-3-2 16,-1-3 0-16,-4-6 1 0,-2-3-1 15,-1-3 0-15,-2-3 1 0,4-8 1 16,-3-9-2-16,1-4 0 0,-2-8-5 0,-3-4-3 15,0-3 0-15,0-4 2 0,-3 5 0 16,2 5 4-16,0 9 2 16,1 6 0-16,0 8 0 0,0 4 4 0,0 4 3 15,0 2 4-15,3 3-6 0,1 7-5 16,2 7 4-16,1 6 4 0,1 4 4 16,1 5-2-16,-2 4-1 0,-1 2-1 15,0 3-1-15,0 1-3 0,-1 3 0 16,0-1-3-16,2 4 0 0,-1 1-1 15,3-2-1-15,1-3-10 0,1-3-24 0,4-4-14 0,-2-7-31 16,3-9-57 0,-3-10-3-16,1-10-128 0</inkml:trace>
  <inkml:trace contextRef="#ctx0" brushRef="#br0" timeOffset="98854.6832">28316 12905 561 0,'0'0'0'0,"0"0"1"16,0 0 10-16,0 0 23 0,0 0-3 15,-50-47-17-15,34 60-10 0,-4 3-4 16,-7 6 0-16,3 3 0 0,-5 3 1 16,3-1-1-16,3-1 0 0,4-2 0 0,3-1-1 15,3 0-1-15,7 0-3 0,2-3-7 0,1-5-6 0,3-4-3 16,7-5-7-16,2-6-2 0,6-1 8 31,3-10 10-31,6 0 11 0,-2-3 1 16,6 0 1-16,-2-1-1 0,2 0 6 15,2 4 6-15,-2-3 2 0,1 7 4 16,0 3-4-16,-5 4-2 0,-2 3-4 0,-5 4-8 0,-5 2 2 16,0-2-2-16,-2 2 0 15,-4-3 0-15,-2-3 0 0,1 0 0 16,-4-2 0-16,-1-1 0 15,2 0 0-15,-1-5-2 0,4-4-5 0,3-7-13 16,-2-7-8-16,1-3-18 0,-3-6-6 16,-4-8-4-16,0-4 13 0,-9-8 7 15,-1-5 5-15,-2 0 21 0,1 2 10 0,5 7 13 0,3 8 12 16,3 10 33 0,0 8 8-16,0 8-22 0,2 7 2 15,2 7-7-15,4 1-14 0,0 10-15 16,5 7-3-16,2 9 11 0,1 9 7 0,1 4-4 15,-2 6-2-15,-1 0-6 0,-2-1-4 0,2 3-2 16,-2-3-2-16,2-2-2 16,0-7-1-16,0-5 0 15,5-2 0-15,3-7-2 0,-1-4-3 0,2-8-11 16,-1-7-7-16,-4-3-22 16,0-9 37-16,-2-10-21 0,0-6-4 0,-3-9 17 15,-5-3 6-15,-2-3-13 0,-3 0-2 0,-3 7 11 0,0 8 10 0,-1 9 2 31,-4 5 2-31,-1 11 7 0,0 4-3 16,-6 10-5-16,-4 7-1 0,0 0 1 0,-1 1 3 16,7 0 6-16,5-3 1 15,5-5-2-15,2-4 2 0,7-3-2 16,2-1 2-16,2-5 4 0,6 0 0 16,3 0-2-16,2-1-2 0,7 0-8 15,1 0-2-15,2 0-1 0,-1 0 1 16,2 0-1-16,1 0-1 0,-1 0-15 0,3-1-30 15,-4-4-26-15,-4-4-24 16,-1-3-59-16,-6-4-53 0</inkml:trace>
  <inkml:trace contextRef="#ctx0" brushRef="#br0" timeOffset="99008.7207">29209 12729 495 0,'0'0'6'0,"0"0"-6"15,0 0 1-15,0 0 13 0,0 0 26 16,0 0-2-16,13 51-9 0,-8-33-15 15,5-2-7-15,-3 3-3 0,3-1-2 0,-4 0-2 16,0-1 0-16,2 0-10 0,-6-3-42 0,0-3-64 0,-1-7-43 16,-1-4-104-16</inkml:trace>
  <inkml:trace contextRef="#ctx0" brushRef="#br0" timeOffset="99143.3021">29193 12486 460 0,'0'0'0'16,"0"0"-64"-16,0 0 50 0,0 0-1 15,0 0-29-15,52 17-54 0,-39-12-35 16</inkml:trace>
  <inkml:trace contextRef="#ctx0" brushRef="#br0" timeOffset="99480.8498">29450 12615 437 0,'0'0'4'0,"0"0"-2"0,49 52 18 16,-32-31 41-16,-1-4-17 0,-2 3-17 0,-1-1-12 15,1-4 2-15,2 3-15 16,-3-4 1-16,-2-1-1 0,-1-1 0 0,-6-2 0 16,0-4-2-16,-1-2 0 0,-3-2 0 15,0-2 0-15,-4-4 0 0,-3-5-1 16,-2-8-3-16,-1-5-7 0,-4-5-2 0,4-3-4 15,3-1-4-15,6 2 1 16,1 6 2-16,1 6 13 16,9 3 5-16,2 6 0 0,1 4 0 0,2 4 0 0,1 0 0 15,1 8 1-15,2 5 0 16,0 2 2-16,0 2 1 0,-3 2-1 16,0 0 0-16,-2-1-2 0,2-1 0 15,-2-3-1-15,2-6 2 0,-1-1-2 16,2-6-1-16,0-1-25 0,5-5-31 0,1-6-12 0,0-4-4 0,4-7-21 15,-4-1 21 1,0 0-53-16</inkml:trace>
  <inkml:trace contextRef="#ctx0" brushRef="#br0" timeOffset="99732.6517">30121 12609 195 0,'0'0'19'16,"0"0"-13"-16,49 53 15 16,-31-21 16-16,-1 3-5 0,-3 1-7 0,0 4-11 15,-6-1 10-15,0 0-15 0,-5 0-7 0,-1-3 6 0,-2 1 10 16,-5 2-7-16,-10-1-3 15,-7 1 0-15,-6-4 3 16,-4-3 3-16,1-7 4 0,1-13 7 16,8-5 6-16,5-7 3 0,2-11-1 15,10-7 1-15,4-9-7 0,5-10-14 0,14-10-4 16,12-8-5-16,10-10-3 16,13-8 1-16,14 0-2 0,11-3 0 15,12 3-14-15,9 11 4 0,4 5-5 0,0 12 0 16,-1 8 1-16,-4 8-8 0,-8 9-10 15,-14 8-2-15,-12 8-93 16,-18 1 26-16,-19 3-71 0</inkml:trace>
  <inkml:trace contextRef="#ctx0" brushRef="#br0" timeOffset="100047.1256">27816 13851 697 0,'53'-1'0'15,"27"-26"-48"-15,26 2 35 16,24-1 13-16,18-3 1 0,8-2 0 15,10-1 15-15,5-5 0 0,1 2-5 0,6 1-11 16,1-1 3-16,-6 3-3 0,-5-2 5 16,-8 7 0-16,-9 0-5 0,-10 5-1 15,-20 2 1-15,-20 3 2 0,-19 5-2 16,-20 4-23-16,-22 3-15 0,-20 5-15 16,-20 5-38-16,-25 3-46 0,-11 3-40 15</inkml:trace>
  <inkml:trace contextRef="#ctx0" brushRef="#br0" timeOffset="100303.8076">28081 13930 622 0,'0'0'1'15,"0"0"-2"-15,0 0-4 0,68 8 0 16,-5-23 5-16,22-10 7 15,23-3 6-15,20-5-1 0,22-4-3 16,16-2-1-16,13-1-2 0,11-1-6 16,4-3-4-16,0 1 4 0,2 0 3 15,-4 0 1-15,-1 1-4 0,-1 0-7 0,-4 4 7 16,-6 6 1 0,-8 2-1-16,-13 8-37 0,-20 1-33 0,-21 7-73 0,-34 1-92 15</inkml:trace>
  <inkml:trace contextRef="#ctx0" brushRef="#br0" timeOffset="115435.1572">25719 11073 358 0,'-26'-90'5'0,"7"38"-5"0,0 6 3 15,-1 4 2-15,-2 1 7 0,-1 6-3 16,-6-2-2-16,-6 5-6 0,-2 6 2 0,-10 2-2 16,0 9 0-16,-7 2-1 0,-6 5-1 0,1 6 1 31,-5 2 1-31,0 5 0 0,1 4-1 15,-1 8 0-15,1 5-9 0,0 7 4 0,-1 12 5 16,-2 9-3-16,1 10 2 16,-1 12 2-16,0 7-2 0,1 7 2 0,0 7-1 15,4 5 1-15,5 2-1 0,0 3 1 16,8 5-1-16,4-4 0 0,10 2 3 16,2 0 3-16,9-1 4 0,3 2-5 15,3 0 3-15,9 1-4 0,3 2-1 16,2-6-2-16,4-3-1 0,9-7 0 0,5-6-2 15,9-8 2-15,6-10 0 16,11-4 0-16,6-8 0 0,9-6 0 0,6-5 0 0,6-8 0 16,9-5 0-16,5-12 0 15,8-4 0-15,2-11 1 0,6-8-1 16,5-13 1-16,1-11 1 16,4-9 2-16,3-9-2 0,2-10-2 0,0-9-1 0,-2-7 1 15,-3-10 2-15,-6-2-1 16,-6-4 0-16,-3-1 0 15,-6-4 1-15,-6-3 0 0,-2-6 3 16,-7-1 3-16,-5 0 2 0,-6-2-1 0,-9 0-1 16,-6-4-3-16,-8 2-4 0,-5-3 1 0,-6-1-2 15,-7 1 2-15,-11 3-1 16,-8 7 1-16,-6 4 0 0,-15 5-1 0,-11 4 1 16,-9 4-2-16,-9 7 1 15,-8 2 2-15,-7 3 1 0,-6 5-2 0,-7 2 1 16,-2 9-2-16,-4 6 2 0,-5 5-3 0,-1 12 0 15,-6 4-2-15,-2 10 1 16,-3 7 1-16,-3 8-3 16,-7 3 2-16,-2 13 2 0,0 6 0 0,-4 9-1 15,1 4 1-15,2 9-1 16,-4 6 0-16,1 8-1 0,1 7-1 0,1 6 2 16,7 7 0-16,1 5 1 0,5 8-3 15,5 6 4-15,8 3-3 0,7 9 1 16,7 7 0-16,9 4 0 0,4 7 0 0,11 4 0 15,6 2 0-15,8 2 1 16,8 3 0-16,8 4 0 0,8-2-1 0,9-2-1 16,8-5 1-16,16-8 1 15,12-7 0-15,12-11 0 0,13-9-1 0,12-7 0 16,9-5-1-16,10-9 1 0,7-9 0 16,4-4 1-16,5-8-1 15,0-5 2-15,6-6-1 0,0-6-1 16,3-8-3-16,2-9 3 0,29-14 0 0,1-10 0 15,3-17 3-15,0-16-2 16,-29-10-1-16,1-10-2 0,-3-14 2 16,-3-8 2-16,-5-12-2 0,1-8 1 15,-6-4 2-15,-2-4-3 0,-3-4 0 0,-8-4 0 0,-7-1 0 0,-6-6 0 32,-6 0 0-32,-7-9 0 0,-8 1 1 15,-7-1 0-15,-8-1-1 0,-9-2 2 16,-9 0-2-16,-6-4 0 0,-11 0-2 15,-6 1 2-15,-4 4 0 0,-15 6 2 16,-13 5 1-16,-11 9-3 0,-16 2 2 16,-12 11 5-16,-12 10 2 0,-15 8-9 15,-11 16 0-15,-15 12 2 0,-11 13 1 0,-11 15 0 16,-9 14-2-16,1 10-1 0,-3 10 0 16,9 10-12-16,13 4-32 0,19-1-30 15,24-4-36-15,25-8-56 0</inkml:trace>
  <inkml:trace contextRef="#ctx0" brushRef="#br0" timeOffset="115997.7128">25899 10446 320 0,'-64'-6'251'0,"13"-32"-246"16,12 1-5-16,12-5 0 0,7-5-5 0,10-6 4 15,6-10 1 1,4-5-1-16,1-11-4 0,9-2 5 16,10-6 4-16,4-6-4 0,9-1 0 0,5-4 0 15,9-1 2-15,6 1-1 0,8-2-1 16,4-1 0-16,7 1-2 0,2 1-2 15,2-1 2-15,5-2 1 0,4 3 1 16,5 1 0-16,4 1 1 0,2 5-1 16,4 4 0-16,6 5 4 0,0 3 5 15,5 2-7-15,1 3 0 0,-2 3-1 16,-1 6 1-16,-9 7 1 0,-2 9 0 16,-10 4-2-16,-9 7 1 0,-8 7-2 15,-11 9 0-15,-10 4-1 0,-11 6 0 16,-11 7 0-16,-7-1 1 0,-9 4-3 15,-6 1-7-15,-3-1-10 0,-3-1-14 0,-5-2-10 0,-6 0-7 16,-6 0-35-16,-13 0-24 16,-1 0-14-16</inkml:trace>
  <inkml:trace contextRef="#ctx0" brushRef="#br0" timeOffset="116299.8921">27367 7536 421 0,'0'0'2'0,"0"0"-2"0,0 0 6 15,0 0-4 1,0 0 0-16,0 0-4 0,82-7 1 16,-38 0 1-16,6 0 8 0,5-2-4 15,2-2-1-15,0 1 2 0,1-3 2 16,1 0-1-16,-2 1 1 0,-2 1 2 16,1 0-2-16,-8 2 0 0,-1 1 3 15,-4 4 1-15,-5 0-3 0,-3 3 0 16,-7 1 0-16,0 0-1 0,-8 5-2 15,-3 1-3-15,-2 2 0 0,-1 4-2 0,-7 2 1 16,-2 3-1-16,-3 8 0 16,-2 4 0-16,-12 9 1 0,-8 8-1 15,-11 8 2-15,-7 8-2 0,-8 11 0 0,-10 3 3 16,-2 11-3-16,-9 5-19 0,-7 10-33 16,-1 7-25-16,-8 5-24 0,8-15-60 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84167" units="1/deg"/>
          <inkml:channelProperty channel="T" name="resolution" value="1" units="1/dev"/>
        </inkml:channelProperties>
      </inkml:inkSource>
      <inkml:timestamp xml:id="ts0" timeString="2025-08-05T11:24:20.978"/>
    </inkml:context>
    <inkml:brush xml:id="br0">
      <inkml:brushProperty name="width" value="0.05292" units="cm"/>
      <inkml:brushProperty name="height" value="0.05292" units="cm"/>
      <inkml:brushProperty name="color" value="#FF0000"/>
    </inkml:brush>
  </inkml:definitions>
  <inkml:trace contextRef="#ctx0" brushRef="#br0">14187 9162 129 0,'0'0'14'16,"0"0"-14"-16,0 0-5 0,0 0 4 0,0 0 1 15,0 0 0-15,8-36 0 16,-8 36-11-16,0 0 7 0,0 0 4 0,-1 3 3 15,0 2 4-15,-2 1 0 0,3 2-1 0,0 2 1 0,0 3-2 32,0 1-2-32,0 2 2 0,4 4-3 15,-1 2 1-15,-1 3 1 0,1 3-2 16,-1 6 2-16,0 1 3 0,1 5-2 16,-1 4 2-16,2 4 0 0,-2 5-1 0,1-3 0 15,0 4 1-15,2-2 0 0,-1 0-4 0,1 0 4 0,0-4 3 31,1 1-2-31,-3 2-2 0,0 1 0 0,-1-1-1 16,-1-1-1-16,-1-3 1 16,0 3-5-16,0-1 1 0,-3 0 0 15,-2-2-1-15,-2-1 0 0,0 1 0 16,1-3 0-16,0 1 0 0,2-5 1 16,1-1-1-16,1-5 0 0,0 1 0 0,1-6 2 15,-1 1-2-15,0-5 0 0,1-5 0 16,0-2 1-16,0-4-1 0,0 2 0 15,-1-1 0-15,0-1 0 0,0-3 0 0,-1 0 1 0,2-3-1 32,-1-1 0-32,1-3 0 0,-1 1 0 0,1 0 0 15,-2-1 0-15,0 0-2 16,0-2 2-16,-1 1 0 0,2-1 1 16,0-2-1-16,1 0 0 0,0 0 1 15,1 0 0-15,0 0-1 0,0 0 0 16,0 0 1-16,0 0-1 0,0 0 0 15,0 1 2-15,1-1-2 0,3 0 1 16,7 0 0-16,1 0 2 0,3 0-2 0,4 0 3 16,1-1-2-16,3 0 2 0,3 0-4 15,4 1 2-15,4-3-1 0,6 0 3 16,7 0-2-16,6-1 2 16,9 1 0-16,5-3-1 0,8 4-2 15,1 1-1-15,4-2 3 0,3 3-2 0,4 0-1 16,2 0 6-16,4 0-2 0,3 0-3 15,4 0-1-15,5 0 4 0,0 0 0 16,2 0-3-16,-5 0 0 0,-2-3 14 16,-2-3-6-16,-2-2-3 0,-1-2 2 15,-1-3 7-15,-2-1-8 0,-4 2-1 16,-6-1 5-16,-5 4-2 0,-8 0-4 16,-3 0-3-16,-7 2 6 0,-4-1-3 0,-10 2-2 15,-4 0 0-15,-11 1-2 16,-7 3-1-16,-7 0 1 0,-6 1-1 15,-3 0 0-15,-6 1 0 0,-1-1 0 0,0 1-2 16,-1 0-14-16,-9 0-22 0,-5 0-22 16,-8 0-4-16,-7-3-50 0</inkml:trace>
  <inkml:trace contextRef="#ctx0" brushRef="#br0" timeOffset="945.7526">14232 9106 214 0,'0'0'4'0,"0"0"-4"16,0 0 2-16,0 0 0 0,0 0 7 0,-16-21-3 15,24 19-1-15,7-2-2 16,10 0-3-16,10-2 1 0,13-3 2 16,10-1 2-16,12 0-2 0,12-2 2 0,8-1 0 15,8 0 0-15,6 1 0 16,7-2-2-16,2 0 2 0,2 1-3 15,4 0 2-15,2-2-2 0,6 4 3 0,1-4-2 16,2 3 2-16,-4 1-2 0,-3-1 3 16,-10 6-1-16,-4-3-3 0,-5 2-2 15,-6-2 1-15,-6 0-1 0,-6 2 1 0,-6-2-1 0,-9 2 3 16,-7 0-3 0,-6-1 1-16,-11 3-1 0,-5 2 2 15,-8 0-2-15,-4 3 0 0,-9-1-2 16,-5 1 2-16,-5 1 0 0,-5 4 0 15,0 1 0-15,-3 1-1 0,-1 2-2 16,-2 1 3-16,0 3-3 0,0 4 3 0,-5 3 1 0,0 8-1 0,0 0 0 0,0 5 0 0,0 6 1 31,2 1-1-15,3 3 0-16,0 2 1 0,6 1-1 16,3 7 0-16,3-2 2 0,-1 6-1 0,2 2 0 15,1 3-1-15,1 2 0 0,-4 2 0 16,-2 1 0-16,3-1 0 0,-5 1 0 15,1-6 2-15,-5 4-2 0,4-2 0 16,-5 0 3-16,1 2-3 0,-3-3 1 16,0 2 0-16,1-1 0 0,0-5-1 0,1-5-1 15,-2-6 1-15,2-7 0 16,2-3 1-16,1-6-1 0,-2-5 0 16,-1-5 1-16,-2-7-1 0,0-2 1 15,0-3-1-15,-2-3 0 16,-3-1 0-16,-1 0 3 0,0-1-1 15,-7-1 6-15,0 2 5 0,-6-2-4 16,1 2-3-16,-6-1-3 0,-1-1-2 0,-6-1 0 16,-1 0 1-16,-4-1-1 15,-2-1 0-15,-8 2-1 0,-4-2 1 0,-6 4-1 16,-3-3 0-16,-6 1 0 0,0 2 0 16,-2 1 0-16,-1 5-1 0,-1 0 0 15,-6 4 1-15,0 6-21 0,-3-1-11 16,-1 2-34-16,-3-2-12 0</inkml:trace>
  <inkml:trace contextRef="#ctx0" brushRef="#br0" timeOffset="1561.3948">18379 9405 334 0,'0'0'2'0,"0"0"-3"0,0 0 1 0,0 0-1 0,0 0-2 31,0 0-1-31,13 55 1 0,-13-1 3 16,-3 13 6-16,-7 7 7 0,-5 8-3 16,-1 6 3-16,-1 2-4 0,2 2-3 15,1-5-4-15,9-5 2 0,1-4-2 16,4-8-1-16,3-8-1 0,2-6 0 0,7-10-4 16,-7-6-16-16,5-10-2 15,-2-6-14-15,2-10-35 0,-4-9 14 16,-1-5-5-16</inkml:trace>
  <inkml:trace contextRef="#ctx0" brushRef="#br0" timeOffset="2196.6639">18295 9340 279 0,'0'0'2'16,"0"0"-2"-16,27-55 0 0,0 46 1 16,6 1-1-16,10-2 0 0,10 0 3 15,12-1-1-15,13-2 3 0,14 2 1 16,12-3 1-16,19 3-3 0,11 2 1 16,15-1-2-16,9 5-1 0,5 1-1 0,0 1 0 15,0 3 1-15,-1-1-2 0,-3-2 0 16,-4-1 0-16,-12 0 0 0,-7-1 0 15,-14 0 3-15,-9 1-3 0,-9-2 0 16,-10 1 0-16,-14-1 1 0,-10 2-1 16,-10 0 1-16,-11 1-1 15,-10 3 2-15,-11 0-2 0,-9 0 3 0,-8 3 1 0,-5 2 2 16,-4 5-4 0,-2 3-1-16,0 4 1 0,-7 4 2 15,-1 6 1-15,-1 5 1 0,-1 4-2 0,1 7 1 16,2 0 4-16,1 9-1 0,3 4-5 15,1 4 1-15,2 4 0 0,0 4 1 16,4 0 1-16,1 1-2 0,1-3 1 16,2-5-4-16,0 0 2 0,0-6-3 15,1-4 3-15,2-7-1 0,-2-7-1 16,1-2 3-16,-2-6 1 0,2-4 2 0,-4-3 0 16,-1-2 2-16,-5-6 0 15,0 1-3-15,-4-5 0 0,-3 1-3 16,-7-3-2-16,-5 0 2 0,-9 3 2 0,-11-6-2 15,-7 0 0-15,-8-2-2 16,-9-3-1-16,-4 0 1 0,-9 0 0 16,-9 0-1-16,-5-3 1 0,-9 1 0 0,-7-1 0 15,-5-1-1-15,-10 1 2 0,-1-1-2 16,-7-1 0-16,-2 3-3 0,1 0 2 16,2 1 0-16,0 1 1 0,0 0-7 0,-2 6-20 15,-3 9-13-15,-1-1-46 16,-2 2-24-16,1-3-46 0</inkml:trace>
  <inkml:trace contextRef="#ctx0" brushRef="#br0" timeOffset="2829.9269">14050 13695 150 0,'0'0'0'15,"0"0"-3"-15,0 0 3 0,0 0 0 0,-56 60 2 0,48-25 1 16,2 2 7-16,0 4 3 15,3 5 2-15,0 5 1 16,1 8-2-16,0 3 6 0,0 7-9 0,1 8-2 16,-1 0 3-16,2 6 0 0,-1 0 1 15,1 0-4-15,0-4-3 0,1-2-4 16,8-4 0-16,-3-10-1 0,4-3 1 16,4-7 0-16,-1-6-2 0,3-6-1 15,-1-9-11-15,-1-9-10 0,-1-5-15 16,-4-10-12-16,-6-7-4 0,-3-4-39 15</inkml:trace>
  <inkml:trace contextRef="#ctx0" brushRef="#br0" timeOffset="3509.8808">13681 13760 249 0,'5'-67'6'16,"6"39"-6"-16,7 8 0 0,4 2 3 0,6 5-2 16,7 1 0-16,5 1 0 0,11-3 0 15,9-3 3-15,12 0 5 0,12-3-2 16,15-1-2-16,17-4-1 0,14-2-3 16,16-5 0-16,15-4 0 0,9 0 0 15,6-1-1-15,4 2 2 0,1 0 0 0,-6 3-2 16,-3-2 0-16,-9 4 0 0,-10-2 0 15,-8 0 2-15,-5-2-2 0,-7 1-1 16,-5 1 1-16,-11 3 0 16,-12 6 1-16,-12 0-1 0,-17 4 2 15,-10 6 0-15,-8 1 1 0,-10 5 4 0,-11 3 2 16,-5 4-3-16,-5 5 1 16,-9 7-3-16,-2 6-1 0,-6 11 2 15,1 2 4-15,-6 13-1 0,-1 7 2 0,2 6 6 16,-5 11-8-16,2 4-3 0,2 3-2 15,3 0 1-15,0 0 0 0,4-5 0 16,5 0-1-16,3-2-2 0,3-3 2 16,-2 0-3-16,3-3 2 0,-1 2 1 15,-1-1-3-15,-1-2 0 16,-1 4 0-16,-4-4 0 0,-1 2 2 0,-5 0 0 0,-1 0 0 16,-4-2 2-16,-5-3-3 0,0-5 1 15,0-1 5-15,-5-5-3 16,-6-2-3-16,-6-5-1 0,-2-7 0 15,-8-5 3-15,-2-1-1 0,-5-4-2 16,-6 0 0-16,-9-3 4 0,-3-2-2 0,-13-3 2 16,-4 0-1-16,-11-2-1 0,-4-4-1 15,-8 0-1-15,-9-2 3 16,-6 0-3-16,-8 0 2 0,-12-3-2 16,-5 0-3-16,-7 1 3 0,-7 2 0 0,-4 0 0 15,0 4 2-15,-7 1 0 0,3 1-2 16,5 1-3-16,4 2 3 0,11 4 1 15,7 1-1-15,12 4 1 0,6 3-1 16,9 5-5-16,9 3-4 0,8 1-15 16,13-3-11-16,11-4-20 0,15-8-15 15,16-10-26-15,12-12-93 0</inkml:trace>
  <inkml:trace contextRef="#ctx0" brushRef="#br0" timeOffset="4013.5263">18229 13532 252 0,'5'51'1'0,"-4"-11"-1"15,-1 13 0-15,0 11 2 0,-1 10 4 0,-5 12 2 16,-6 6 3-16,-4 5 1 16,-2 2-3-16,-3-1-2 0,1-1 4 15,2-8-3-15,4-2 0 0,3-8-3 16,-2-3-1-16,4-1 0 0,2-10-2 15,4 0-1-15,2-3 1 0,1-7 0 0,0-5-2 0,0-10 0 0,0-7 0 32,0-6-5-32,0-9-22 0,0-9 17 0,0-9-90 15,0-9 71-15,0-17 5 16,-3-3-54-16</inkml:trace>
  <inkml:trace contextRef="#ctx0" brushRef="#br0" timeOffset="4759.5105">18051 13563 179 0,'5'-61'0'16,"8"37"0"-16,6 4 2 15,11 0 9-15,10 4-1 0,12 0 1 16,9 0 4-16,12 3 2 0,6-2 0 0,11 3 2 15,4-1-1-15,5 2-8 0,4 3-5 16,0-1 3-16,9 3-2 0,1-1-4 16,6 0 1-16,4 0-2 0,4-2 0 0,5 0 2 0,-1 0-1 15,2-1-1-15,0 1-1 16,-1-1 0-16,0-2 0 0,-5-2 1 16,-3 0 2-16,-4 0-2 0,-6-1 2 15,-1 0-1-15,-8 0-1 0,-4 0 4 16,-8 0 3-16,-7 4 2 0,-8 0 3 15,-9 2-1-15,-8 3-1 0,-12-1-2 16,-8 4 0-16,-12 3-5 16,-11 0 1-16,-5 9-1 0,-7-2 0 0,-3 6-2 15,-3 5-1-15,-2 6 1 0,-5 5 0 16,-4 4 3-16,1 8-1 0,-3 6-1 16,1 1 2-16,3 10 1 0,2 1-1 15,4 5 0-15,3 5-2 0,5 1 1 16,7 2-2-16,5 2 3 0,6-2-5 0,2 3 3 15,5-5-1-15,1 1-2 16,1-3 0-16,0-2 1 0,-2 0-1 0,-2-6 1 16,-2-1 1-16,-5-3-1 15,-5-3 0-15,-2-3-1 0,-6-4 2 16,-2 0-1-16,-2-5 2 0,-3 1 0 0,-1 2 2 16,-5 1-2-16,-7-1-1 0,-7-2-1 15,-3-4-1-15,-2-6 2 0,-1-3-2 16,-2-4 2-16,-4-2-2 0,-3-5 2 15,-8 5-1-15,-4-5 0 0,-8 0 2 16,-4-2-3-16,-6 2 1 0,-5-3 1 16,-7 0 0-16,-7-2-2 0,-4-5 1 15,-4-2-1-15,-1-1 3 0,-3-1-3 0,-4 0 0 0,-4-2 2 16,-8 1 0 0,-8 0 0-16,-6 1-2 0,-12 2 0 0,-2 3-1 15,-7 1 1-15,-4 3 1 0,-2 1 0 16,-1 1 2-16,0 0-2 15,3-1-1-15,3 0-1 0,10 0 1 0,5-2 0 16,6-2 1-16,8 0-1 16,5-2-1-16,9-4-25 0,3 0-23 0,1-1-7 15,6-1-21-15,9-2-30 0,19 0 8 16</inkml:trace>
  <inkml:trace contextRef="#ctx0" brushRef="#br0" timeOffset="16957.7077">19341 10680 352 0,'0'0'1'15,"0"0"-1"-15,0 0 2 0,0 0-1 0,0 0 7 16,0 0 4-16,0 0-5 16,0 0-3-16,37-6-1 0,-4 0 3 0,17-1 6 15,12-4 3-15,13-1-1 0,13-1-4 16,11-2-4-16,8 1-1 0,7-1-5 15,5 4 0-15,3-1 1 0,-1 3 0 16,-4 0 1-16,-4-2-2 0,1 1 1 16,-7-2-1-16,2-1-1 0,-6 2 1 15,-3 1 0-15,-6-1 1 0,-7 3-1 0,-7 1 0 16,-11 3 0-16,-7 0 0 16,-9 2-4-16,-10-1-10 0,-6 2-8 15,-8 1 3-15,-10 0-6 0,-6 0-6 16,-9 0-4-16,-4 0-10 0,-13 3-39 15,-6-2-37-15</inkml:trace>
  <inkml:trace contextRef="#ctx0" brushRef="#br0" timeOffset="17379.4164">19361 10884 179 0,'0'0'134'0,"0"0"-133"16,-59 27-1-16,56-26 0 0,3 1 0 16,3-2 0-16,5 0 0 0,6 0 5 15,13-4 11-15,8-3 4 0,15-6 8 16,11 1-7-16,15-4-8 0,9-3 0 15,8 1 0-15,8 0-1 0,3 0-4 0,1-1-8 16,1 2 4-16,-5-1-3 0,2-2 1 16,-3 3 0-16,-3-1-1 15,1 2 1-15,-1-2-2 0,3-2 1 0,1 4-1 16,-5-2 0-16,0 4 0 0,-6 1 1 0,-4-1-1 16,-7 3 1-16,-6 0 1 15,-9 4-2-15,-6-2 0 0,-9 2-3 16,-5 1 3-16,-6 2-1 15,-6 1 0-15,-9 0-4 0,-5 3-6 16,-7-1-5-16,-9 1-10 0,-3 0-10 0,-14 1-11 16,-7 6 6-16,-10 1 5 0,-10 0-39 15,2 0-45-15</inkml:trace>
  <inkml:trace contextRef="#ctx0" brushRef="#br0" timeOffset="17799.4442">19433 10881 278 0,'0'0'9'0,"0"0"-9"0,0 0 0 16,0 0 0-16,0 0 0 0,0 0 11 15,0 0 0-15,84-5 3 0,-30-6-1 16,14-5 1-16,12-4 6 0,11 2-2 16,15-3-3-16,7 0-7 0,6-1-2 15,2 0 0-15,3 0 0 0,-5-1-5 0,-1 1 1 16,-5 0 0-16,-1 0-2 16,0-2 0-16,-3 4 0 0,0 0 2 15,-4 5-2-15,-4 2 1 0,-5 1 0 16,-8 1 0-16,-7 2-1 0,-7 2-2 15,-9 2 2-15,-6-2 0 0,-10 4 0 0,-5 0 1 16,-10 1-1-16,-7 1 0 0,-5 1 0 16,-6 0 0-16,-7 0 0 0,-4 0 0 15,-3 0-1-15,-2 0-4 0,-8 3-15 16,1-1 0-16,-8 2 0 0,-3 3-16 16,-9-2-8-16,-4-1-35 15,3-3-134-15</inkml:trace>
  <inkml:trace contextRef="#ctx0" brushRef="#br0" timeOffset="21722.1292">13120 6732 128 0,'0'0'37'0,"0"0"-35"16,0 0-1-16,0 0 7 16,0 0 5-16,0 0-8 0,0 0 4 0,0 0 1 0,0 0 10 15,-4 2 9 1,4-3-5-16,0-1-5 0,0-2-7 0,4-5-1 15,0 0-5-15,2-3-2 16,7-3-1-16,2-2 0 0,5-5-1 0,5 0 1 16,3-5-1-16,9-6 2 0,3 0-2 15,10-5 0-15,9-6-1 0,11-5 3 16,14-5-4-16,11-4 1 0,12-7 0 16,11-3 6-16,9-1-1 0,7-1-1 15,8-2 0-15,8 4 0 0,6 2-3 16,9 1-2-16,7 1 0 0,0 2 1 0,2-1 1 15,1 1-1-15,-1 7-1 0,-3 1-2 16,-7 4 2-16,-3 4 1 16,-9-2 2-16,-5 4-3 0,-7 3-2 0,-10 2 2 15,-8 6 0-15,-14 1 2 0,-10 7 0 16,-12 4 0-16,-9 2-2 16,-13 5-1-16,-14 4 1 0,-13 2 0 0,-17 5 0 15,-10 2 1-15,-10 1-1 0,-7 0-4 16,-12 1-35-16,-10 5-3 0,-9-1 13 15,-9 1-18-15,-4-2-33 16,3-4-13-16</inkml:trace>
  <inkml:trace contextRef="#ctx0" brushRef="#br0" timeOffset="21989.7064">16595 4913 346 0,'0'0'0'0,"0"0"-2"15,50-39-1-15,-16 31 2 0,6 3 1 0,6 4-2 16,1 1 2-16,-1 0 2 16,1 0-2-16,-6 3 0 0,6 0-2 0,-1 2 2 15,1 1 0-15,-2-1 0 16,2-1 0-16,-3 3-1 0,-7-3 1 16,-6 1 1-16,-6-2-1 0,-4 3 0 15,-10-1 0-15,-2-1 0 0,-5 0-2 0,-2 2 1 16,-2 1 1-16,0 6-2 0,-7 1 2 15,-9 9-3-15,-10 7 3 0,-5 7 0 16,-5 13-15-16,-6 3-23 0,-5 7-30 0,4-7-29 0</inkml:trace>
  <inkml:trace contextRef="#ctx0" brushRef="#br0" timeOffset="33675.484">20156 10828 313 0,'0'0'0'0,"83"-49"-1"16,-16 17 1-16,17-3 0 0,17-1 2 0,15-3 6 0,13-1 0 0,13 1-2 31,8-1-2-31,9 0-1 0,2 2 2 16,2-2-3-16,4 2 0 15,-2 0 2-15,1 1-4 0,-5 1 0 0,-9 2 2 16,-8 2-1-16,-6-2-1 0,-9 4 0 16,-4 2-1-16,-11-3 1 0,-10 9 0 15,-12 0-1-15,-10 5 1 0,-12 3-5 16,-13 2-13-16,-10 5-9 0,-15 3-1 16,-18 4-5-16,-14 0-13 0,-17 0-37 15</inkml:trace>
  <inkml:trace contextRef="#ctx0" brushRef="#br0" timeOffset="33979.7215">20770 10765 335 0,'-66'43'2'0,"27"-25"-4"15,18-2 3-15,15-7-2 0,14-7 1 0,19-3-8 16,18-11 8-16,16-9 18 15,20-8 0-15,20-7-3 0,15-10-1 16,16-4 2-16,10-3-2 0,9-2-4 0,7-1-2 16,3 4 2-16,3-1-10 15,-1 1 8-15,-6 2-4 0,3 0 1 0,1 3 0 16,-7 1 1-16,0 3-5 16,-8 5-1-16,-6 7 0 0,-12 2 0 15,-9 6 2-15,-13 4-5 0,-8 3-3 0,-20 6-9 16,-16 1-8-16,-16 8-15 15,-17 1 1-15,-22 1-9 0,-13 8-21 0,-25 0-12 16,-10 1-62-16</inkml:trace>
  <inkml:trace contextRef="#ctx0" brushRef="#br0" timeOffset="34261.5996">21051 10758 78 0,'-77'47'264'0,"26"-26"-264"32,14-1 0-32,13-6 0 0,15-5 0 0,9-4-2 15,13-5-3-15,13-6 5 0,15-10 23 0,18-10 2 16,16-6-8-16,18-6-6 16,16-7 1-16,13-2-1 0,8-1 0 15,9-3-1-15,8-1-3 0,4 1-7 16,5 2-3-16,-1-2 3 0,3 4 4 15,1-1-4-15,1 3 0 0,3 1 0 0,-4 0-1 16,-2 4-1-16,-1 3-6 0,-2 3-15 16,-4 5-12-16,-9 2-10 0,-6 3-11 15,-12 4-28-15,-26 4-21 0</inkml:trace>
  <inkml:trace contextRef="#ctx0" brushRef="#br0" timeOffset="36943.0683">14022 15575 350 0,'0'0'10'16,"0"0"-10"-16,0 0 3 0,0 0-3 0,0 0 0 16,60-19 0-1,-26 18 0-15,12-3 0 0,12-2 1 16,11-5 0-16,17-4 5 0,13-5 2 0,15-6-5 16,16-2 4-16,10-1-2 15,11-3-3-15,5 0 1 0,9 1 0 16,5-1-1-16,3 1-2 0,3 1 1 15,-6 1-1-15,-3-2 2 0,-8 1-1 16,-9 1-1-16,-15 2 2 0,-11 0-2 0,-18 8 2 16,-15-1-1-16,-14 6 0 0,-13 0 1 15,-13 2-2-15,-11 2-1 16,-15 5 0-16,-12 3-2 0,-12 2-4 0,-10 0-1 16,-12 1-13-16,-13 7-5 15,-13 0-25-15,-11 5-8 0,-15-1-3 0,4-2-10 0</inkml:trace>
  <inkml:trace contextRef="#ctx0" brushRef="#br0" timeOffset="37307.1615">13910 15761 162 0,'-57'50'50'16,"12"-34"-48"-16,13-2-2 0,10-1 4 0,6-8 7 16,13 1 9-16,5-6-1 0,15 0-5 15,12-4 16-15,12-10 0 0,18-6-5 16,15-3-5-16,18-8-7 0,15-2-1 16,17-3-3-16,12-3-3 0,16-3-3 15,13-3 0-15,12 1-2 16,1-3 2-16,5 4-2 0,1 1 0 0,-1 0-1 15,2 5 1-15,-2 0-1 0,-3 1 2 16,-5 1-1-16,-6 1-1 0,-6 2 0 16,-14 1 0-16,-12 4 3 0,-10 0-2 15,-13 5 4-15,-9 1-5 0,-11 7 0 16,-17 1 1-16,-13 3-1 0,-13 5-6 16,-17 1-20-16,-13 4-11 0,-16 1-21 0,-10 5-53 15,-15-1-30-15</inkml:trace>
  <inkml:trace contextRef="#ctx0" brushRef="#br0" timeOffset="41477.8801">18533 15816 123 0,'0'0'6'0,"0"0"-2"15,-66-33 17-15,50 27 1 0,5 5 7 0,4-1-2 16,2 1 3-16,4 0-4 16,0 1-2-16,1-3-6 0,0-1-8 15,1 0-6-15,7-3 9 0,8-5-12 16,13 1 1-16,11-6-2 0,12-2 3 16,12-1-3-16,13-7 2 0,10-5 4 15,19-1-1-15,12-5 0 0,11-1 2 0,13-5-1 16,6 0-1-16,10-1 1 15,7-5-1-15,4 3 1 0,9-2-1 16,-1-2-5-16,2 4 4 0,0-3 3 16,1 2-2-16,2 3-3 0,-1-2-1 15,-2 5 1-15,-7-1-1 0,-1 4 1 0,-10 2-2 0,-5 1-2 0,-14 3 2 16,-15 4 0 0,-11 4 0-16,-16 1 0 0,-11 2-4 15,-13 3-6-15,-13 4-6 16,-13 2-1-16,-16 3-11 0,-15 5-2 0,-14 0-11 15,-10 4-5-15,-15 1 6 0,-13 0-28 16,0 1-28-16</inkml:trace>
  <inkml:trace contextRef="#ctx0" brushRef="#br0" timeOffset="41879.9548">18532 15976 307 0,'0'0'0'0,"-64"33"0"0,57-33 6 15,7-1 0-15,5-3 12 0,12-5-11 16,14-5-6-16,15-4 0 15,13-11 3-15,18-4-3 0,18-7 1 16,15-7 1-16,20-2 1 0,15-5-1 16,15 0-2-16,10-4 1 0,11-3 0 15,9 1 1-15,8-3-3 0,6-2 0 16,4-1 0-16,3-2 4 0,6-2 4 0,5-2 5 16,5-1-6-16,4-1 6 15,5 2 1-15,-4 1 1 0,-4 3-3 0,-5 7 0 16,-5 1-1-16,-7 5-5 0,-9 6-5 15,-10 9 0-15,-18 2 1 0,-12 4-2 16,-18 3-3-16,-19 8 2 0,-20 0-30 0,-23 7-26 0,-24-1-14 16,-20-4-28-1,-21 3-40-15</inkml:trace>
  <inkml:trace contextRef="#ctx0" brushRef="#br0" timeOffset="50033.8082">20152 6128 459 0,'0'0'6'0,"-39"-53"-6"15,33 45 3-15,4 4 0 16,1 2-1-16,1 3-2 0,3 4-3 15,9 3-5-15,7 8 4 16,6-1 2-16,11 4 1 0,5 5 1 0,14 0 3 16,5 6 1-16,7-2-3 0,9 7 1 15,4 3 0-15,8 2-2 0,7 7 0 16,3-2-1-16,8 7 1 16,3 1 0-16,6 6 1 0,7 4-1 15,6 7 2-15,7 10-1 0,4 4-1 0,8 12-2 16,4 9 2-16,1 3 1 0,4 4 0 15,2 2 2-15,2 0-3 16,5-3 0-16,1-3 0 0,5 2 2 0,0-4-2 0,8-2 6 16,4-3 1-16,-1-2-4 15,-1-2 3-15,1 3-1 0,0-2-1 0,1-2-1 16,-2-3-3-16,-2-2 0 16,-10-4 1-16,-3-3 2 0,-6-2-3 15,-9-5-4-15,-7 0 4 0,-14-1 2 16,-6-6 1-16,-10-1 0 0,-9-4-3 0,-7-1 0 0,-12-3-1 0,-9-3 0 15,-12-6 1-15,-5-9 1 16,-7-5-1 0,-10-9-5-16,-4-7-11 0,-6-7-2 0,-6-8-6 15,0-7-6-15,-7-4-13 16,0-12-6-16,-4-8-7 0,-4-11-23 16,-4-1-24-16</inkml:trace>
  <inkml:trace contextRef="#ctx0" brushRef="#br0" timeOffset="60934.9423">26463 4789 379 0,'0'0'0'0,"0"0"-4"16,0 0 4-16,0 0 4 15,0 0 0-15,0 0-4 0,0 0-3 0,0 0 3 16,-14 74 2-16,17-35-1 16,1 7 3-16,1 4 0 0,-1 2-1 0,-4 2-3 15,0 3 2-15,-1 2-1 0,-7 1 0 0,1-3-1 0,-5-2 2 0,2-5-2 0,-1-4-9 0,0-7-19 0,5-9-26 47,0-9-9-47,3-10-26 0</inkml:trace>
  <inkml:trace contextRef="#ctx0" brushRef="#br0" timeOffset="61261.5932">26411 4899 407 0,'-6'-67'0'0,"5"37"-3"0,3-1-17 31,12 5 20-31,2 3 4 0,7 4 7 0,3 3-2 15,4 3-4-15,3 5-3 0,0 2-1 16,4 2 2-16,1 3-1 0,1 1 0 16,-1 1 0-16,-1 6 0 0,-1 1 2 15,-7 3-1-15,-6 6 1 16,-7-2-4-16,-11 5-5 0,-5 1 4 0,-2-1 1 16,-12 2 6-16,-3-1 8 0,-8 2-4 15,-4-1-2-15,-2-1 2 0,-1-1 0 16,-3-3-5-16,2 3 3 0,-1-4-5 15,1 0 0-15,1 2-3 0,1-4 1 16,6 1 0-16,3-1-1 0,4-1 0 16,6-1-14-16,5-1-37 0,4 0-20 0,3-3-29 15,4-4-24-15</inkml:trace>
  <inkml:trace contextRef="#ctx0" brushRef="#br0" timeOffset="61609.6213">27432 4592 414 0,'0'0'0'0,"0"0"-3"0,0 0 3 16,-58-49 11-16,44 48 7 0,2 1 4 15,-2 0-12-15,-1 10-7 0,-5 5-3 16,1 7 0-16,-4 7 1 16,-3 12 0-16,-1 8 0 0,-1 7-1 0,3 6 4 15,0 6 1-15,3 2 3 16,6-2-2-16,5-2 3 0,6-8-3 16,5-4-3-16,5-5 1 0,8-9-1 0,4-7-1 15,6-6-1-15,7-7 1 0,3-6-2 16,6-5 5-16,5-7-2 0,4-2-1 15,3-7-2-15,5-6-8 0,2-4-38 16,-3-7-33-16,2-5-51 0,-13-3-104 16</inkml:trace>
  <inkml:trace contextRef="#ctx0" brushRef="#br0" timeOffset="62261.9745">28063 4868 520 0,'0'0'0'0,"0"0"-1"0,0 0 1 15,0 0 12-15,0 0 0 0,6-63-3 16,7 39-7-16,-3-1-1 0,2-4 0 15,1-1 1-15,-3-4-2 0,2-3 0 16,-3 3 0-16,-1-1 1 0,-1 3-1 0,-3 4 2 16,-2 5-2-16,-2 6 0 15,0 4 1-15,0 3 1 0,0 6 11 16,0 0-1-16,0 0-1 0,0 2 0 0,0 2-3 16,0 0-2-16,0 0-6 0,2 6-2 15,1 4-2-15,3 7 2 16,-2 3 2-16,3 5-1 0,0 6 1 15,-3 1 1-15,0 5 1 0,-2 2 0 0,0 1 1 16,1 3 1-16,-3-2-1 0,2 0 0 16,-1-2-2-16,0-1-1 0,1 0 1 15,1 0-1-15,2-4 1 0,-1-3-1 16,0 1 0-16,0-3 1 0,0-1-1 16,-2-3 0-16,-2-6 1 0,-3-1 0 15,-5-3-1-15,-1-1 0 0,-1-3 1 16,-5-2 0-16,-1-1 1 0,-2-6-1 15,-1 0 0-15,1-2 1 0,-1 0 0 0,3-1 0 16,2-3-2-16,0 2 0 0,5-1 1 0,4 1-1 16,3 2 0-1,1-4 1-15,1 4-1 0,0 0 0 16,2 0-1-16,4 0-1 0,8-3 2 16,9-3 0-16,9 1 1 0,10-4-1 0,7 3 1 15,5-2 0-15,5 3-1 0,-2-3 0 16,2-1 1-16,-1 4-1 0,-5-4 0 15,0 3 0-15,-7 1-10 0,-1-2-10 16,-2 0-8-16,-5 1-12 0,-4 0-5 16,-4 2-8-16,-7 0-14 0,-5 2-9 15,-10 1-5-15,-7 1-22 0</inkml:trace>
  <inkml:trace contextRef="#ctx0" brushRef="#br0" timeOffset="62670.9701">26404 5983 518 0,'0'0'0'16,"0"0"-2"-16,0 0 1 0,0 0 1 15,0 0 13-15,0 0-9 0,61-41 16 0,-13 22-1 16,17 0-3-16,16-6-3 16,15 0 1-16,15-1-1 0,13-5-5 0,12 5 0 15,8-3-8-15,6 1 1 16,4 0-1-16,-1 3 3 0,2 0 0 0,-4 5 0 15,-2-4-3-15,-1 4-3 0,-10-3 3 0,-2 3 1 0,-10 0 0 16,-8 2 1 0,-12 5-2-16,-12-1-5 0,-14 3 2 15,-15 3-3-15,-14 1-25 0,-16 3 0 0,-16 2 12 16,-13 2-20-16,-16 2-26 16,-14 4-30-16,-16 3 3 0,-4-2-2 15</inkml:trace>
  <inkml:trace contextRef="#ctx0" brushRef="#br0" timeOffset="63033.8406">26599 6122 335 0,'0'0'113'15,"0"0"-113"-15,0 0-10 0,0 0 10 0,0 0-2 0,0 0 2 16,0 0 29-16,75 1 7 16,-14-20-6-16,15-5-4 0,12-3-2 15,15-4-5-15,9-2-4 0,11 1-8 16,6-5-1-16,4 2 1 0,1 3-4 16,1-3 1-16,-2 3-2 0,1 1 1 0,-1 1-3 0,-2 0-2 0,-1 0 2 0,-4 1 0 0,-1 0 0 31,-6 1 4-16,-4 1-4-15,-4 0 0 0,-9 2-9 16,-10 0 9-16,-12 4 0 0,-8 5-5 16,-17 1-2-16,-8 1-12 0,-14 4 17 15,-6 1-14-15,-6 1-8 0,-10 3 3 0,-4 3-5 16,-7 2-21-16,-6 2-32 0,-6 3-35 16,-4 4-19-16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DE8FFC-0049-4721-955C-6B23916F7605}" type="datetimeFigureOut">
              <a:rPr lang="en-US" smtClean="0"/>
              <a:t>8/12/2025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6F4E53-91B5-458C-8C0F-CE4DE9FD35EE}" type="slidenum">
              <a:rPr lang="en-US" smtClean="0"/>
              <a:t>‹#›</a:t>
            </a:fld>
            <a:endParaRPr lang="en-US"/>
          </a:p>
        </p:txBody>
      </p:sp>
    </p:spTree>
    <p:extLst>
      <p:ext uri="{BB962C8B-B14F-4D97-AF65-F5344CB8AC3E}">
        <p14:creationId xmlns:p14="http://schemas.microsoft.com/office/powerpoint/2010/main" val="2383916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Unlike general images, medical images exhibit different spatial characteristics, and the regions of interest often lack clear boundaries with the background. Therefore, the direct application of conventional computer vision methods is not effective. Instead, it becomes necessary to employ modality-specific pre-processing steps and tailored feature extraction techniques to address these challenges accurately.</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2</a:t>
            </a:fld>
            <a:endParaRPr lang="en-US"/>
          </a:p>
        </p:txBody>
      </p:sp>
    </p:spTree>
    <p:extLst>
      <p:ext uri="{BB962C8B-B14F-4D97-AF65-F5344CB8AC3E}">
        <p14:creationId xmlns:p14="http://schemas.microsoft.com/office/powerpoint/2010/main" val="193437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Medical</a:t>
            </a:r>
            <a:r>
              <a:rPr lang="en-US" sz="1200" kern="1200" dirty="0" smtClean="0">
                <a:solidFill>
                  <a:schemeClr val="tx1"/>
                </a:solidFill>
                <a:effectLst/>
                <a:latin typeface="+mn-lt"/>
                <a:ea typeface="+mn-ea"/>
                <a:cs typeface="+mn-cs"/>
              </a:rPr>
              <a:t> image analysis involves the use of automated computer algorithms to extract meaningful information from medical images. AI-powered medical image analysis has transformed the field of disease diagnosis and treatment planning, offering numerous benefits:</a:t>
            </a:r>
          </a:p>
          <a:p>
            <a:pPr marL="228600" indent="-228600">
              <a:buAutoNum type="arabicPeriod"/>
            </a:pPr>
            <a:r>
              <a:rPr lang="en-US" sz="1200" kern="1200" dirty="0" smtClean="0">
                <a:solidFill>
                  <a:schemeClr val="tx1"/>
                </a:solidFill>
                <a:effectLst/>
                <a:latin typeface="+mn-lt"/>
                <a:ea typeface="+mn-ea"/>
                <a:cs typeface="+mn-cs"/>
              </a:rPr>
              <a:t>AI algorithms can analyze medical images with a high degree of accuracy, reducing the likelihood of error.</a:t>
            </a:r>
          </a:p>
          <a:p>
            <a:pPr marL="228600" indent="-228600">
              <a:buAutoNum type="arabicPeriod"/>
            </a:pPr>
            <a:r>
              <a:rPr lang="en-US" sz="1200" kern="1200" dirty="0" smtClean="0">
                <a:solidFill>
                  <a:schemeClr val="tx1"/>
                </a:solidFill>
                <a:effectLst/>
                <a:latin typeface="+mn-lt"/>
                <a:ea typeface="+mn-ea"/>
                <a:cs typeface="+mn-cs"/>
              </a:rPr>
              <a:t>AI-powered image analysis can process medical images at much higher speed, enabling rapid diagnosis and treatment.</a:t>
            </a:r>
          </a:p>
          <a:p>
            <a:pPr marL="228600" indent="-228600">
              <a:buAutoNum type="arabicPeriod"/>
            </a:pPr>
            <a:r>
              <a:rPr lang="en-US" sz="1200" kern="1200" dirty="0" smtClean="0">
                <a:solidFill>
                  <a:schemeClr val="tx1"/>
                </a:solidFill>
                <a:effectLst/>
                <a:latin typeface="+mn-lt"/>
                <a:ea typeface="+mn-ea"/>
                <a:cs typeface="+mn-cs"/>
              </a:rPr>
              <a:t>AI can automate routine tasks, freeing up radiologists and clinicians to focus on more complex and high-value tasks.</a:t>
            </a:r>
          </a:p>
          <a:p>
            <a:pPr marL="228600" indent="-228600">
              <a:buAutoNum type="arabicPeriod"/>
            </a:pPr>
            <a:r>
              <a:rPr lang="en-US" sz="1200" kern="1200" dirty="0" smtClean="0">
                <a:solidFill>
                  <a:schemeClr val="tx1"/>
                </a:solidFill>
                <a:effectLst/>
                <a:latin typeface="+mn-lt"/>
                <a:ea typeface="+mn-ea"/>
                <a:cs typeface="+mn-cs"/>
              </a:rPr>
              <a:t>AI can help tailor treatment plans to individual patients, taking into account their unique medical history, genetic profile, and lifestyle factors.</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3</a:t>
            </a:fld>
            <a:endParaRPr lang="en-US"/>
          </a:p>
        </p:txBody>
      </p:sp>
    </p:spTree>
    <p:extLst>
      <p:ext uri="{BB962C8B-B14F-4D97-AF65-F5344CB8AC3E}">
        <p14:creationId xmlns:p14="http://schemas.microsoft.com/office/powerpoint/2010/main" val="2268148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4</a:t>
            </a:fld>
            <a:endParaRPr lang="en-US"/>
          </a:p>
        </p:txBody>
      </p:sp>
    </p:spTree>
    <p:extLst>
      <p:ext uri="{BB962C8B-B14F-4D97-AF65-F5344CB8AC3E}">
        <p14:creationId xmlns:p14="http://schemas.microsoft.com/office/powerpoint/2010/main" val="2813817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5</a:t>
            </a:fld>
            <a:endParaRPr lang="en-US"/>
          </a:p>
        </p:txBody>
      </p:sp>
    </p:spTree>
    <p:extLst>
      <p:ext uri="{BB962C8B-B14F-4D97-AF65-F5344CB8AC3E}">
        <p14:creationId xmlns:p14="http://schemas.microsoft.com/office/powerpoint/2010/main" val="1922800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Class Project will comprise four components, each involving group-based coding assignments and presentations. Each group will focus on a specific medical imaging modality, allowing students to develop hands-on expertise in targeted areas.</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10</a:t>
            </a:fld>
            <a:endParaRPr lang="en-US"/>
          </a:p>
        </p:txBody>
      </p:sp>
    </p:spTree>
    <p:extLst>
      <p:ext uri="{BB962C8B-B14F-4D97-AF65-F5344CB8AC3E}">
        <p14:creationId xmlns:p14="http://schemas.microsoft.com/office/powerpoint/2010/main" val="2858270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significant upward trajectory of global AI market is fueled by advances in computational capabilities and the growing availability of data. Governments worldwide, especially in the Asia Pacific region, are making substantial investments in AI research and development, creating a supportive ecosystem for innovation.</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12</a:t>
            </a:fld>
            <a:endParaRPr lang="en-US"/>
          </a:p>
        </p:txBody>
      </p:sp>
    </p:spTree>
    <p:extLst>
      <p:ext uri="{BB962C8B-B14F-4D97-AF65-F5344CB8AC3E}">
        <p14:creationId xmlns:p14="http://schemas.microsoft.com/office/powerpoint/2010/main" val="1580759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Innovations such as AI-based predictive analytics and telemedicine are improving access to quality healthcare and reducing costs, making healthcare more efficient and accessible.</a:t>
            </a:r>
            <a:endParaRPr lang="en-US" dirty="0"/>
          </a:p>
        </p:txBody>
      </p:sp>
      <p:sp>
        <p:nvSpPr>
          <p:cNvPr id="4" name="Slide Number Placeholder 3"/>
          <p:cNvSpPr>
            <a:spLocks noGrp="1"/>
          </p:cNvSpPr>
          <p:nvPr>
            <p:ph type="sldNum" sz="quarter" idx="10"/>
          </p:nvPr>
        </p:nvSpPr>
        <p:spPr/>
        <p:txBody>
          <a:bodyPr/>
          <a:lstStyle/>
          <a:p>
            <a:fld id="{A4CFE935-2AF0-4B7A-AC09-0D99E7EF0E62}" type="slidenum">
              <a:rPr lang="en-US" smtClean="0"/>
              <a:t>13</a:t>
            </a:fld>
            <a:endParaRPr lang="en-US"/>
          </a:p>
        </p:txBody>
      </p:sp>
    </p:spTree>
    <p:extLst>
      <p:ext uri="{BB962C8B-B14F-4D97-AF65-F5344CB8AC3E}">
        <p14:creationId xmlns:p14="http://schemas.microsoft.com/office/powerpoint/2010/main" val="4193643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CFE935-2AF0-4B7A-AC09-0D99E7EF0E62}" type="slidenum">
              <a:rPr lang="en-US" smtClean="0"/>
              <a:t>14</a:t>
            </a:fld>
            <a:endParaRPr lang="en-US"/>
          </a:p>
        </p:txBody>
      </p:sp>
    </p:spTree>
    <p:extLst>
      <p:ext uri="{BB962C8B-B14F-4D97-AF65-F5344CB8AC3E}">
        <p14:creationId xmlns:p14="http://schemas.microsoft.com/office/powerpoint/2010/main" val="1321793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In general-purpose images, the boundary between the object of interest and the background is often well-defined, making tasks such as classification and detection relatively straightforward.</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15</a:t>
            </a:fld>
            <a:endParaRPr lang="en-US"/>
          </a:p>
        </p:txBody>
      </p:sp>
    </p:spTree>
    <p:extLst>
      <p:ext uri="{BB962C8B-B14F-4D97-AF65-F5344CB8AC3E}">
        <p14:creationId xmlns:p14="http://schemas.microsoft.com/office/powerpoint/2010/main" val="4277031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Low-level processing involves both input and output in the form of images. It includes basic operations such as noise reduction, image enhancement, and filtering. Mid-level processing takes an image as input and produces intermediate representations such as features or regions of interest. Examples include object recognition and image segmentation. High-level processing uses the extracted features or attributes to generate a deeper semantic understanding of the scene. Applications in this category include scene interpretation, autonomous navigation, and decision-making systems.</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16</a:t>
            </a:fld>
            <a:endParaRPr lang="en-US"/>
          </a:p>
        </p:txBody>
      </p:sp>
    </p:spTree>
    <p:extLst>
      <p:ext uri="{BB962C8B-B14F-4D97-AF65-F5344CB8AC3E}">
        <p14:creationId xmlns:p14="http://schemas.microsoft.com/office/powerpoint/2010/main" val="2478148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Medical image analysis has a holistic structure. It consists of four different quadrants. </a:t>
            </a:r>
          </a:p>
          <a:p>
            <a:r>
              <a:rPr lang="en-US" sz="1200" kern="1200" dirty="0" smtClean="0">
                <a:solidFill>
                  <a:schemeClr val="tx1"/>
                </a:solidFill>
                <a:effectLst/>
                <a:latin typeface="+mn-lt"/>
                <a:ea typeface="+mn-ea"/>
                <a:cs typeface="+mn-cs"/>
              </a:rPr>
              <a:t>Medical Imaging: How different organs are going to appear in different modalities whether in a healthy state or in a disease state.</a:t>
            </a:r>
          </a:p>
          <a:p>
            <a:r>
              <a:rPr lang="en-US" sz="1200" kern="1200" dirty="0" smtClean="0">
                <a:solidFill>
                  <a:schemeClr val="tx1"/>
                </a:solidFill>
                <a:effectLst/>
                <a:latin typeface="+mn-lt"/>
                <a:ea typeface="+mn-ea"/>
                <a:cs typeface="+mn-cs"/>
              </a:rPr>
              <a:t>Physics: Why different organs appear differently in these modalities.</a:t>
            </a:r>
          </a:p>
          <a:p>
            <a:r>
              <a:rPr lang="en-US" sz="1200" kern="1200" dirty="0" smtClean="0">
                <a:solidFill>
                  <a:schemeClr val="tx1"/>
                </a:solidFill>
                <a:effectLst/>
                <a:latin typeface="+mn-lt"/>
                <a:ea typeface="+mn-ea"/>
                <a:cs typeface="+mn-cs"/>
              </a:rPr>
              <a:t>Image Processing: Raw medical data often contains noise and may suffer from low quality, which necessitates preprocessing to enhance image clarity and usability.</a:t>
            </a:r>
          </a:p>
          <a:p>
            <a:r>
              <a:rPr lang="en-US" sz="1200" kern="1200" dirty="0" smtClean="0">
                <a:solidFill>
                  <a:schemeClr val="tx1"/>
                </a:solidFill>
                <a:effectLst/>
                <a:latin typeface="+mn-lt"/>
                <a:ea typeface="+mn-ea"/>
                <a:cs typeface="+mn-cs"/>
              </a:rPr>
              <a:t>Machine Learning: Based on the nature of the problem, we will apply a range of machine learning and computer vision methods to medical image data. Typical tasks include classification, recognition, anomaly detection, and region-based analysis, among others.</a:t>
            </a:r>
            <a:endParaRPr lang="en-US" dirty="0"/>
          </a:p>
        </p:txBody>
      </p:sp>
      <p:sp>
        <p:nvSpPr>
          <p:cNvPr id="4" name="Slide Number Placeholder 3"/>
          <p:cNvSpPr>
            <a:spLocks noGrp="1"/>
          </p:cNvSpPr>
          <p:nvPr>
            <p:ph type="sldNum" sz="quarter" idx="10"/>
          </p:nvPr>
        </p:nvSpPr>
        <p:spPr/>
        <p:txBody>
          <a:bodyPr/>
          <a:lstStyle/>
          <a:p>
            <a:fld id="{2C6F4E53-91B5-458C-8C0F-CE4DE9FD35EE}" type="slidenum">
              <a:rPr lang="en-US" smtClean="0"/>
              <a:t>19</a:t>
            </a:fld>
            <a:endParaRPr lang="en-US"/>
          </a:p>
        </p:txBody>
      </p:sp>
    </p:spTree>
    <p:extLst>
      <p:ext uri="{BB962C8B-B14F-4D97-AF65-F5344CB8AC3E}">
        <p14:creationId xmlns:p14="http://schemas.microsoft.com/office/powerpoint/2010/main" val="223016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672B648-5ADA-431D-8022-FFDECA003BD9}"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A29B5-EC7E-4ED4-852B-4237F8515A98}"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740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72B648-5ADA-431D-8022-FFDECA003BD9}"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311382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72B648-5ADA-431D-8022-FFDECA003BD9}"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A29B5-EC7E-4ED4-852B-4237F8515A98}"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760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672B648-5ADA-431D-8022-FFDECA003BD9}"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1488734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672B648-5ADA-431D-8022-FFDECA003BD9}"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3975875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672B648-5ADA-431D-8022-FFDECA003BD9}"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647665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2B648-5ADA-431D-8022-FFDECA003BD9}"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2713252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672B648-5ADA-431D-8022-FFDECA003BD9}"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3466356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672B648-5ADA-431D-8022-FFDECA003BD9}"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5A29B5-EC7E-4ED4-852B-4237F8515A98}" type="slidenum">
              <a:rPr lang="en-US" smtClean="0"/>
              <a:t>‹#›</a:t>
            </a:fld>
            <a:endParaRPr lang="en-US"/>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3788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72B648-5ADA-431D-8022-FFDECA003BD9}"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A29B5-EC7E-4ED4-852B-4237F8515A98}" type="slidenum">
              <a:rPr lang="en-US" smtClean="0"/>
              <a:t>‹#›</a:t>
            </a:fld>
            <a:endParaRPr lang="en-US"/>
          </a:p>
        </p:txBody>
      </p:sp>
    </p:spTree>
    <p:extLst>
      <p:ext uri="{BB962C8B-B14F-4D97-AF65-F5344CB8AC3E}">
        <p14:creationId xmlns:p14="http://schemas.microsoft.com/office/powerpoint/2010/main" val="2208136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672B648-5ADA-431D-8022-FFDECA003BD9}"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A29B5-EC7E-4ED4-852B-4237F8515A98}"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5813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8672B648-5ADA-431D-8022-FFDECA003BD9}" type="datetimeFigureOut">
              <a:rPr lang="en-US" smtClean="0"/>
              <a:t>8/12/2025</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035A29B5-EC7E-4ED4-852B-4237F8515A98}"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20313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g"/><Relationship Id="rId9" Type="http://schemas.openxmlformats.org/officeDocument/2006/relationships/image" Target="../media/image9.gif"/></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customXml" Target="../ink/ink6.xml"/></Relationships>
</file>

<file path=ppt/slides/_rels/slide1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19.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6.emf"/></Relationships>
</file>

<file path=ppt/slides/_rels/slide20.xml.rels><?xml version="1.0" encoding="UTF-8" standalone="yes"?>
<Relationships xmlns="http://schemas.openxmlformats.org/package/2006/relationships"><Relationship Id="rId3" Type="http://schemas.openxmlformats.org/officeDocument/2006/relationships/hyperlink" Target="https://youtu.be/TpPXxJ7fPDs?si=kbNBNWvVc-zyE0RF" TargetMode="External"/><Relationship Id="rId2" Type="http://schemas.openxmlformats.org/officeDocument/2006/relationships/hyperlink" Target="http://www.youtube.com/@medicalimageanalysis9258"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3294" y="1771768"/>
            <a:ext cx="10647948" cy="2583664"/>
          </a:xfrm>
        </p:spPr>
        <p:txBody>
          <a:bodyPr>
            <a:normAutofit/>
          </a:bodyPr>
          <a:lstStyle/>
          <a:p>
            <a:pPr algn="ctr"/>
            <a:r>
              <a:rPr lang="en-US" sz="6600" cap="none" dirty="0" smtClean="0">
                <a:solidFill>
                  <a:schemeClr val="bg1"/>
                </a:solidFill>
                <a:latin typeface="Sitka Text" pitchFamily="2" charset="0"/>
              </a:rPr>
              <a:t>Introduction to </a:t>
            </a:r>
            <a:br>
              <a:rPr lang="en-US" sz="6600" cap="none" dirty="0" smtClean="0">
                <a:solidFill>
                  <a:schemeClr val="bg1"/>
                </a:solidFill>
                <a:latin typeface="Sitka Text" pitchFamily="2" charset="0"/>
              </a:rPr>
            </a:br>
            <a:r>
              <a:rPr lang="en-US" sz="6600" cap="none" dirty="0" smtClean="0">
                <a:solidFill>
                  <a:schemeClr val="bg1"/>
                </a:solidFill>
                <a:latin typeface="Sitka Text" pitchFamily="2" charset="0"/>
              </a:rPr>
              <a:t>the Course</a:t>
            </a:r>
            <a:endParaRPr lang="en-US" sz="6600" cap="none" dirty="0">
              <a:solidFill>
                <a:schemeClr val="bg1"/>
              </a:solidFill>
              <a:latin typeface="Sitka Text" pitchFamily="2" charset="0"/>
            </a:endParaRPr>
          </a:p>
        </p:txBody>
      </p:sp>
      <p:sp>
        <p:nvSpPr>
          <p:cNvPr id="3" name="TextBox 2"/>
          <p:cNvSpPr txBox="1"/>
          <p:nvPr/>
        </p:nvSpPr>
        <p:spPr>
          <a:xfrm>
            <a:off x="4186989" y="5486400"/>
            <a:ext cx="4123245" cy="523220"/>
          </a:xfrm>
          <a:prstGeom prst="rect">
            <a:avLst/>
          </a:prstGeom>
          <a:noFill/>
        </p:spPr>
        <p:txBody>
          <a:bodyPr wrap="none" rtlCol="0">
            <a:spAutoFit/>
          </a:bodyPr>
          <a:lstStyle/>
          <a:p>
            <a:r>
              <a:rPr lang="en-US" sz="2800" dirty="0" smtClean="0">
                <a:solidFill>
                  <a:schemeClr val="accent2">
                    <a:lumMod val="75000"/>
                  </a:schemeClr>
                </a:solidFill>
                <a:latin typeface="Sitka Text" pitchFamily="2" charset="0"/>
              </a:rPr>
              <a:t>Prof. Sushree S. Behera</a:t>
            </a:r>
            <a:endParaRPr lang="en-US" sz="2800" dirty="0">
              <a:solidFill>
                <a:schemeClr val="accent2">
                  <a:lumMod val="75000"/>
                </a:schemeClr>
              </a:solidFill>
              <a:latin typeface="Sitka Text" pitchFamily="2" charset="0"/>
            </a:endParaRPr>
          </a:p>
        </p:txBody>
      </p:sp>
      <mc:AlternateContent xmlns:mc="http://schemas.openxmlformats.org/markup-compatibility/2006" xmlns:a14="http://schemas.microsoft.com/office/drawing/2010/main">
        <mc:Choice Requires="a14">
          <p:sp>
            <p:nvSpPr>
              <p:cNvPr id="4" name="Subtitle 2"/>
              <p:cNvSpPr>
                <a:spLocks noGrp="1"/>
              </p:cNvSpPr>
              <p:nvPr>
                <p:ph type="subTitle" idx="1"/>
              </p:nvPr>
            </p:nvSpPr>
            <p:spPr>
              <a:xfrm>
                <a:off x="8610600" y="4960137"/>
                <a:ext cx="3200400" cy="1463040"/>
              </a:xfrm>
            </p:spPr>
            <p:txBody>
              <a:bodyPr/>
              <a:lstStyle/>
              <a:p>
                <a:r>
                  <a:rPr lang="en-US" dirty="0" smtClean="0">
                    <a:solidFill>
                      <a:schemeClr val="accent3">
                        <a:lumMod val="75000"/>
                      </a:schemeClr>
                    </a:solidFill>
                    <a:latin typeface="Sitka Text" pitchFamily="2" charset="0"/>
                  </a:rPr>
                  <a:t>AIX </a:t>
                </a:r>
                <a14:m>
                  <m:oMath xmlns:m="http://schemas.openxmlformats.org/officeDocument/2006/math">
                    <m:r>
                      <a:rPr lang="en-US" i="1" dirty="0">
                        <a:solidFill>
                          <a:schemeClr val="accent3">
                            <a:lumMod val="75000"/>
                          </a:schemeClr>
                        </a:solidFill>
                        <a:latin typeface="Cambria Math" panose="02040503050406030204" pitchFamily="18" charset="0"/>
                      </a:rPr>
                      <m:t>841</m:t>
                    </m:r>
                  </m:oMath>
                </a14:m>
                <a:endParaRPr lang="en-US" dirty="0" smtClean="0">
                  <a:solidFill>
                    <a:schemeClr val="accent3">
                      <a:lumMod val="75000"/>
                    </a:schemeClr>
                  </a:solidFill>
                </a:endParaRPr>
              </a:p>
              <a:p>
                <a:r>
                  <a:rPr lang="en-US" dirty="0">
                    <a:solidFill>
                      <a:schemeClr val="accent3">
                        <a:lumMod val="75000"/>
                      </a:schemeClr>
                    </a:solidFill>
                    <a:latin typeface="Sitka Text" pitchFamily="2" charset="0"/>
                  </a:rPr>
                  <a:t>Medical Image Analysis</a:t>
                </a:r>
                <a:endParaRPr lang="en-US" dirty="0">
                  <a:solidFill>
                    <a:schemeClr val="accent3">
                      <a:lumMod val="75000"/>
                    </a:schemeClr>
                  </a:solidFill>
                </a:endParaRPr>
              </a:p>
            </p:txBody>
          </p:sp>
        </mc:Choice>
        <mc:Fallback xmlns="">
          <p:sp>
            <p:nvSpPr>
              <p:cNvPr id="4" name="Subtitle 2"/>
              <p:cNvSpPr>
                <a:spLocks noGrp="1" noRot="1" noChangeAspect="1" noMove="1" noResize="1" noEditPoints="1" noAdjustHandles="1" noChangeArrowheads="1" noChangeShapeType="1" noTextEdit="1"/>
              </p:cNvSpPr>
              <p:nvPr>
                <p:ph type="subTitle" idx="1"/>
              </p:nvPr>
            </p:nvSpPr>
            <p:spPr>
              <a:xfrm>
                <a:off x="8610600" y="4960137"/>
                <a:ext cx="3200400" cy="1463040"/>
              </a:xfrm>
              <a:blipFill>
                <a:blip r:embed="rId2"/>
                <a:stretch>
                  <a:fillRect l="-1714"/>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568160" y="5762880"/>
              <a:ext cx="140040" cy="364680"/>
            </p14:xfrm>
          </p:contentPart>
        </mc:Choice>
        <mc:Fallback xmlns="">
          <p:pic>
            <p:nvPicPr>
              <p:cNvPr id="5" name="Ink 4"/>
              <p:cNvPicPr/>
              <p:nvPr/>
            </p:nvPicPr>
            <p:blipFill>
              <a:blip r:embed="rId4"/>
              <a:stretch>
                <a:fillRect/>
              </a:stretch>
            </p:blipFill>
            <p:spPr>
              <a:xfrm>
                <a:off x="1562040" y="5756760"/>
                <a:ext cx="151920" cy="375840"/>
              </a:xfrm>
              <a:prstGeom prst="rect">
                <a:avLst/>
              </a:prstGeom>
            </p:spPr>
          </p:pic>
        </mc:Fallback>
      </mc:AlternateContent>
    </p:spTree>
    <p:extLst>
      <p:ext uri="{BB962C8B-B14F-4D97-AF65-F5344CB8AC3E}">
        <p14:creationId xmlns:p14="http://schemas.microsoft.com/office/powerpoint/2010/main" val="3555155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Medical Images</a:t>
            </a:r>
            <a:endParaRPr lang="en-US" cap="none" dirty="0">
              <a:latin typeface="Sitka Text" pitchFamily="2" charset="0"/>
            </a:endParaRPr>
          </a:p>
        </p:txBody>
      </p:sp>
      <p:pic>
        <p:nvPicPr>
          <p:cNvPr id="4" name="Picture 2" descr="Review of Deep Learning Algorithms for Object Detection | by Arthur  Ouaknine | Zyl Story | Medium">
            <a:extLst>
              <a:ext uri="{FF2B5EF4-FFF2-40B4-BE49-F238E27FC236}">
                <a16:creationId xmlns:a16="http://schemas.microsoft.com/office/drawing/2014/main" id="{AEB70F2C-0C48-A94D-A06A-E632773E3FB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051" t="19917" r="75703" b="33998"/>
          <a:stretch/>
        </p:blipFill>
        <p:spPr bwMode="auto">
          <a:xfrm>
            <a:off x="5769292" y="2265033"/>
            <a:ext cx="2175310" cy="17927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8803" y="4339289"/>
            <a:ext cx="2186886" cy="1457924"/>
          </a:xfrm>
          <a:prstGeom prst="rect">
            <a:avLst/>
          </a:prstGeom>
        </p:spPr>
      </p:pic>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l="10614" t="10160" r="10854" b="15127"/>
          <a:stretch/>
        </p:blipFill>
        <p:spPr>
          <a:xfrm>
            <a:off x="5529412" y="4339289"/>
            <a:ext cx="2060974" cy="1470938"/>
          </a:xfrm>
          <a:prstGeom prst="rect">
            <a:avLst/>
          </a:prstGeom>
        </p:spPr>
      </p:pic>
      <p:pic>
        <p:nvPicPr>
          <p:cNvPr id="7" name="Picture 3" descr="foreign-fig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92464" y="4339289"/>
            <a:ext cx="1774333" cy="147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BrainMRI_Sagittal"/>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17767" y="4339289"/>
            <a:ext cx="1509567" cy="1457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Detect Traffic Signs Object Detection Dataset And Pre Trained Model By ..."/>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40835" y="2265033"/>
            <a:ext cx="3513765" cy="17568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mpare Object Detection Models From TorchVision"/>
          <p:cNvPicPr>
            <a:picLocks noChangeAspect="1" noChangeArrowheads="1" noCrop="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59294" y="2265033"/>
            <a:ext cx="2367785" cy="175368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41127" y="6550917"/>
            <a:ext cx="2117887" cy="276999"/>
          </a:xfrm>
          <a:prstGeom prst="rect">
            <a:avLst/>
          </a:prstGeom>
        </p:spPr>
        <p:txBody>
          <a:bodyPr wrap="none">
            <a:spAutoFit/>
          </a:bodyPr>
          <a:lstStyle/>
          <a:p>
            <a:r>
              <a:rPr lang="en-US" sz="1200" dirty="0">
                <a:solidFill>
                  <a:schemeClr val="bg1"/>
                </a:solidFill>
                <a:latin typeface="Sitka Text" pitchFamily="2" charset="0"/>
              </a:rPr>
              <a:t>https://www.google.co.in/</a:t>
            </a:r>
          </a:p>
        </p:txBody>
      </p:sp>
      <p:pic>
        <p:nvPicPr>
          <p:cNvPr id="15" name="Picture 4" descr="Calcification in Benign Lesions | Radiology Key"/>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568875" y="4339289"/>
            <a:ext cx="1457924" cy="145792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2237544" y="5922501"/>
            <a:ext cx="8132354" cy="338554"/>
          </a:xfrm>
          <a:prstGeom prst="rect">
            <a:avLst/>
          </a:prstGeom>
          <a:noFill/>
        </p:spPr>
        <p:txBody>
          <a:bodyPr wrap="none" rtlCol="0">
            <a:spAutoFit/>
          </a:bodyPr>
          <a:lstStyle/>
          <a:p>
            <a:pPr algn="ctr"/>
            <a:r>
              <a:rPr lang="en-US" sz="1600" dirty="0" smtClean="0">
                <a:latin typeface="Sitka Text" pitchFamily="2" charset="0"/>
              </a:rPr>
              <a:t>General images and medical domain images - comparison of spatial characteristics</a:t>
            </a:r>
            <a:endParaRPr lang="en-US" sz="1600" dirty="0">
              <a:latin typeface="Sitka Text" pitchFamily="2" charset="0"/>
            </a:endParaRPr>
          </a:p>
        </p:txBody>
      </p:sp>
      <p:sp>
        <p:nvSpPr>
          <p:cNvPr id="13" name="Rectangle 12"/>
          <p:cNvSpPr/>
          <p:nvPr/>
        </p:nvSpPr>
        <p:spPr>
          <a:xfrm>
            <a:off x="1428064" y="6500882"/>
            <a:ext cx="9677400" cy="276999"/>
          </a:xfrm>
          <a:prstGeom prst="rect">
            <a:avLst/>
          </a:prstGeom>
        </p:spPr>
        <p:txBody>
          <a:bodyPr wrap="square">
            <a:spAutoFit/>
          </a:bodyPr>
          <a:lstStyle/>
          <a:p>
            <a:r>
              <a:rPr lang="en-US" sz="1200" dirty="0">
                <a:latin typeface="Sitka Text" pitchFamily="2" charset="0"/>
              </a:rPr>
              <a:t>https://www.google.com/</a:t>
            </a:r>
          </a:p>
        </p:txBody>
      </p:sp>
      <p:cxnSp>
        <p:nvCxnSpPr>
          <p:cNvPr id="14" name="Straight Connector 13"/>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85845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Sitka Text" pitchFamily="2" charset="0"/>
              </a:rPr>
              <a:t>Medical </a:t>
            </a:r>
            <a:r>
              <a:rPr lang="en-US" cap="none" dirty="0" smtClean="0">
                <a:latin typeface="Sitka Text" pitchFamily="2" charset="0"/>
              </a:rPr>
              <a:t>Image Analysis</a:t>
            </a:r>
            <a:endParaRPr lang="en-US" dirty="0"/>
          </a:p>
        </p:txBody>
      </p:sp>
      <p:sp>
        <p:nvSpPr>
          <p:cNvPr id="3" name="Content Placeholder 2"/>
          <p:cNvSpPr>
            <a:spLocks noGrp="1"/>
          </p:cNvSpPr>
          <p:nvPr>
            <p:ph idx="1"/>
          </p:nvPr>
        </p:nvSpPr>
        <p:spPr>
          <a:xfrm>
            <a:off x="1024129" y="2084832"/>
            <a:ext cx="9720071" cy="4023360"/>
          </a:xfrm>
        </p:spPr>
        <p:txBody>
          <a:bodyPr>
            <a:normAutofit fontScale="92500" lnSpcReduction="10000"/>
          </a:bodyPr>
          <a:lstStyle/>
          <a:p>
            <a:pPr>
              <a:lnSpc>
                <a:spcPct val="150000"/>
              </a:lnSpc>
              <a:buFont typeface="Wingdings" panose="05000000000000000000" pitchFamily="2" charset="2"/>
              <a:buChar char="Ø"/>
            </a:pPr>
            <a:r>
              <a:rPr lang="en-US" dirty="0" smtClean="0">
                <a:latin typeface="Sitka Text" pitchFamily="2" charset="0"/>
              </a:rPr>
              <a:t> Use </a:t>
            </a:r>
            <a:r>
              <a:rPr lang="en-US" dirty="0">
                <a:latin typeface="Sitka Text" pitchFamily="2" charset="0"/>
              </a:rPr>
              <a:t>of </a:t>
            </a:r>
            <a:r>
              <a:rPr lang="en-US" dirty="0" smtClean="0">
                <a:latin typeface="Sitka Text" pitchFamily="2" charset="0"/>
              </a:rPr>
              <a:t>automated computer </a:t>
            </a:r>
            <a:r>
              <a:rPr lang="en-US" dirty="0">
                <a:latin typeface="Sitka Text" pitchFamily="2" charset="0"/>
              </a:rPr>
              <a:t>algorithms to </a:t>
            </a:r>
            <a:r>
              <a:rPr lang="en-US" dirty="0" smtClean="0">
                <a:latin typeface="Sitka Text" pitchFamily="2" charset="0"/>
              </a:rPr>
              <a:t>extract </a:t>
            </a:r>
            <a:r>
              <a:rPr lang="en-US" dirty="0">
                <a:latin typeface="Sitka Text" pitchFamily="2" charset="0"/>
              </a:rPr>
              <a:t>meaningful information from medical images.</a:t>
            </a:r>
          </a:p>
          <a:p>
            <a:pPr>
              <a:lnSpc>
                <a:spcPct val="150000"/>
              </a:lnSpc>
              <a:buFont typeface="Wingdings" panose="05000000000000000000" pitchFamily="2" charset="2"/>
              <a:buChar char="Ø"/>
            </a:pPr>
            <a:r>
              <a:rPr lang="en-US" dirty="0">
                <a:latin typeface="Sitka Text" pitchFamily="2" charset="0"/>
              </a:rPr>
              <a:t> AI-powered medical image analysis </a:t>
            </a:r>
            <a:r>
              <a:rPr lang="en-US" dirty="0" smtClean="0">
                <a:latin typeface="Sitka Text" pitchFamily="2" charset="0"/>
              </a:rPr>
              <a:t>offers:</a:t>
            </a:r>
            <a:endParaRPr lang="en-US" dirty="0">
              <a:latin typeface="Sitka Text" pitchFamily="2" charset="0"/>
            </a:endParaRPr>
          </a:p>
          <a:p>
            <a:pPr lvl="1">
              <a:lnSpc>
                <a:spcPct val="150000"/>
              </a:lnSpc>
              <a:buFont typeface="Wingdings" panose="05000000000000000000" pitchFamily="2" charset="2"/>
              <a:buChar char="Ø"/>
            </a:pPr>
            <a:r>
              <a:rPr lang="en-US" dirty="0" smtClean="0">
                <a:latin typeface="Sitka Text" pitchFamily="2" charset="0"/>
              </a:rPr>
              <a:t> Improved </a:t>
            </a:r>
            <a:r>
              <a:rPr lang="en-US" dirty="0">
                <a:latin typeface="Sitka Text" pitchFamily="2" charset="0"/>
              </a:rPr>
              <a:t>accuracy</a:t>
            </a:r>
          </a:p>
          <a:p>
            <a:pPr lvl="1">
              <a:lnSpc>
                <a:spcPct val="150000"/>
              </a:lnSpc>
              <a:buFont typeface="Wingdings" panose="05000000000000000000" pitchFamily="2" charset="2"/>
              <a:buChar char="Ø"/>
            </a:pPr>
            <a:r>
              <a:rPr lang="en-US" dirty="0" smtClean="0">
                <a:latin typeface="Sitka Text" pitchFamily="2" charset="0"/>
              </a:rPr>
              <a:t> Enhanced </a:t>
            </a:r>
            <a:r>
              <a:rPr lang="en-US" dirty="0">
                <a:latin typeface="Sitka Text" pitchFamily="2" charset="0"/>
              </a:rPr>
              <a:t>speed</a:t>
            </a:r>
          </a:p>
          <a:p>
            <a:pPr lvl="1">
              <a:lnSpc>
                <a:spcPct val="150000"/>
              </a:lnSpc>
              <a:buFont typeface="Wingdings" panose="05000000000000000000" pitchFamily="2" charset="2"/>
              <a:buChar char="Ø"/>
            </a:pPr>
            <a:r>
              <a:rPr lang="en-US" dirty="0" smtClean="0">
                <a:latin typeface="Sitka Text" pitchFamily="2" charset="0"/>
              </a:rPr>
              <a:t> Increased </a:t>
            </a:r>
            <a:r>
              <a:rPr lang="en-US" dirty="0">
                <a:latin typeface="Sitka Text" pitchFamily="2" charset="0"/>
              </a:rPr>
              <a:t>efficiency</a:t>
            </a:r>
          </a:p>
          <a:p>
            <a:pPr lvl="1">
              <a:lnSpc>
                <a:spcPct val="150000"/>
              </a:lnSpc>
              <a:buFont typeface="Wingdings" panose="05000000000000000000" pitchFamily="2" charset="2"/>
              <a:buChar char="Ø"/>
            </a:pPr>
            <a:r>
              <a:rPr lang="en-US" dirty="0" smtClean="0">
                <a:latin typeface="Sitka Text" pitchFamily="2" charset="0"/>
              </a:rPr>
              <a:t> Personalized </a:t>
            </a:r>
            <a:r>
              <a:rPr lang="en-US" dirty="0">
                <a:latin typeface="Sitka Text" pitchFamily="2" charset="0"/>
              </a:rPr>
              <a:t>medicine</a:t>
            </a:r>
          </a:p>
          <a:p>
            <a:pPr>
              <a:lnSpc>
                <a:spcPct val="150000"/>
              </a:lnSpc>
              <a:buFont typeface="Wingdings" panose="05000000000000000000" pitchFamily="2" charset="2"/>
              <a:buChar char="Ø"/>
            </a:pPr>
            <a:r>
              <a:rPr lang="en-US" dirty="0">
                <a:latin typeface="Sitka Text" pitchFamily="2" charset="0"/>
              </a:rPr>
              <a:t> AI and human expertise synergize to advance medical imaging.</a:t>
            </a:r>
          </a:p>
          <a:p>
            <a:endParaRPr lang="en-US" dirty="0"/>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487880" y="2362680"/>
              <a:ext cx="9349560" cy="3172680"/>
            </p14:xfrm>
          </p:contentPart>
        </mc:Choice>
        <mc:Fallback xmlns="">
          <p:pic>
            <p:nvPicPr>
              <p:cNvPr id="4" name="Ink 3"/>
              <p:cNvPicPr/>
              <p:nvPr/>
            </p:nvPicPr>
            <p:blipFill>
              <a:blip r:embed="rId4"/>
              <a:stretch>
                <a:fillRect/>
              </a:stretch>
            </p:blipFill>
            <p:spPr>
              <a:xfrm>
                <a:off x="1485000" y="2358360"/>
                <a:ext cx="9357120" cy="3188520"/>
              </a:xfrm>
              <a:prstGeom prst="rect">
                <a:avLst/>
              </a:prstGeom>
            </p:spPr>
          </p:pic>
        </mc:Fallback>
      </mc:AlternateContent>
    </p:spTree>
    <p:extLst>
      <p:ext uri="{BB962C8B-B14F-4D97-AF65-F5344CB8AC3E}">
        <p14:creationId xmlns:p14="http://schemas.microsoft.com/office/powerpoint/2010/main" val="32201554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none" dirty="0" smtClean="0">
                <a:latin typeface="Sitka Text" pitchFamily="2" charset="0"/>
              </a:rPr>
              <a:t>Course Details</a:t>
            </a:r>
            <a:endParaRPr lang="en-US" cap="none" dirty="0">
              <a:latin typeface="Sitka Text" pitchFamily="2"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4129" y="2084832"/>
                <a:ext cx="9720071" cy="4023360"/>
              </a:xfrm>
            </p:spPr>
            <p:txBody>
              <a:bodyPr/>
              <a:lstStyle/>
              <a:p>
                <a:pPr>
                  <a:lnSpc>
                    <a:spcPct val="150000"/>
                  </a:lnSpc>
                  <a:buFont typeface="Wingdings" panose="05000000000000000000" pitchFamily="2" charset="2"/>
                  <a:buChar char="Ø"/>
                </a:pPr>
                <a:r>
                  <a:rPr lang="en-US" dirty="0" smtClean="0">
                    <a:latin typeface="Sitka Text" pitchFamily="2" charset="0"/>
                  </a:rPr>
                  <a:t> </a:t>
                </a:r>
                <a:r>
                  <a:rPr lang="en-US" sz="2400" dirty="0" smtClean="0">
                    <a:latin typeface="Sitka Text" pitchFamily="2" charset="0"/>
                  </a:rPr>
                  <a:t>AIX: AI </a:t>
                </a:r>
                <a:r>
                  <a:rPr lang="en-US" sz="2400" dirty="0">
                    <a:latin typeface="Sitka Text" pitchFamily="2" charset="0"/>
                  </a:rPr>
                  <a:t>in Applications</a:t>
                </a:r>
              </a:p>
              <a:p>
                <a:pPr>
                  <a:lnSpc>
                    <a:spcPct val="150000"/>
                  </a:lnSpc>
                  <a:buFont typeface="Wingdings" panose="05000000000000000000" pitchFamily="2" charset="2"/>
                  <a:buChar char="Ø"/>
                </a:pPr>
                <a:r>
                  <a:rPr lang="en-US" sz="2400" dirty="0">
                    <a:latin typeface="Sitka Text" pitchFamily="2" charset="0"/>
                  </a:rPr>
                  <a:t> Credits (L:T:P</a:t>
                </a:r>
                <a:r>
                  <a:rPr lang="en-US" sz="2400" dirty="0" smtClean="0">
                    <a:latin typeface="Sitka Text" pitchFamily="2" charset="0"/>
                  </a:rPr>
                  <a:t>): </a:t>
                </a:r>
                <a14:m>
                  <m:oMath xmlns:m="http://schemas.openxmlformats.org/officeDocument/2006/math">
                    <m:r>
                      <a:rPr lang="en-US" sz="2400" i="1" dirty="0" smtClean="0">
                        <a:latin typeface="Cambria Math" panose="02040503050406030204" pitchFamily="18" charset="0"/>
                      </a:rPr>
                      <m:t>3:1:0</m:t>
                    </m:r>
                  </m:oMath>
                </a14:m>
                <a:endParaRPr lang="en-US" sz="2400" dirty="0">
                  <a:latin typeface="Sitka Text" pitchFamily="2" charset="0"/>
                </a:endParaRPr>
              </a:p>
              <a:p>
                <a:pPr>
                  <a:lnSpc>
                    <a:spcPct val="150000"/>
                  </a:lnSpc>
                  <a:buFont typeface="Wingdings" panose="05000000000000000000" pitchFamily="2" charset="2"/>
                  <a:buChar char="Ø"/>
                </a:pPr>
                <a:r>
                  <a:rPr lang="en-US" sz="2400" dirty="0" smtClean="0">
                    <a:latin typeface="Sitka Text" pitchFamily="2" charset="0"/>
                  </a:rPr>
                  <a:t> Pre-Requisite: Visual </a:t>
                </a:r>
                <a:r>
                  <a:rPr lang="en-US" sz="2400" dirty="0">
                    <a:latin typeface="Sitka Text" pitchFamily="2" charset="0"/>
                  </a:rPr>
                  <a:t>Recognition </a:t>
                </a:r>
                <a:endParaRPr lang="en-US" sz="2400" dirty="0" smtClean="0">
                  <a:latin typeface="Sitka Text" pitchFamily="2" charset="0"/>
                </a:endParaRPr>
              </a:p>
              <a:p>
                <a:pPr>
                  <a:lnSpc>
                    <a:spcPct val="150000"/>
                  </a:lnSpc>
                  <a:buFont typeface="Wingdings" panose="05000000000000000000" pitchFamily="2" charset="2"/>
                  <a:buChar char="Ø"/>
                </a:pPr>
                <a:r>
                  <a:rPr lang="en-US" sz="2400" dirty="0"/>
                  <a:t> </a:t>
                </a:r>
                <a:r>
                  <a:rPr lang="en-US" sz="2400" dirty="0" smtClean="0">
                    <a:latin typeface="Sitka Text" pitchFamily="2" charset="0"/>
                  </a:rPr>
                  <a:t>This course is designed to provide a solid </a:t>
                </a:r>
                <a:r>
                  <a:rPr lang="en-US" sz="2400" dirty="0">
                    <a:latin typeface="Sitka Text" pitchFamily="2" charset="0"/>
                  </a:rPr>
                  <a:t>foundation in </a:t>
                </a:r>
                <a:r>
                  <a:rPr lang="en-US" sz="2400" dirty="0" smtClean="0">
                    <a:solidFill>
                      <a:schemeClr val="accent2">
                        <a:lumMod val="75000"/>
                      </a:schemeClr>
                    </a:solidFill>
                    <a:latin typeface="Sitka Text" pitchFamily="2" charset="0"/>
                  </a:rPr>
                  <a:t>Medical Image Analysis</a:t>
                </a:r>
                <a:r>
                  <a:rPr lang="en-US" sz="2400" dirty="0" smtClean="0">
                    <a:latin typeface="Sitka Text" pitchFamily="2" charset="0"/>
                  </a:rPr>
                  <a:t>, </a:t>
                </a:r>
                <a:r>
                  <a:rPr lang="en-US" sz="2400" dirty="0">
                    <a:latin typeface="Sitka Text" pitchFamily="2" charset="0"/>
                  </a:rPr>
                  <a:t>emphasizing on </a:t>
                </a:r>
                <a:r>
                  <a:rPr lang="en-US" sz="2400" dirty="0" smtClean="0">
                    <a:solidFill>
                      <a:schemeClr val="accent2">
                        <a:lumMod val="75000"/>
                      </a:schemeClr>
                    </a:solidFill>
                    <a:latin typeface="Sitka Text" pitchFamily="2" charset="0"/>
                  </a:rPr>
                  <a:t>Practical Applications </a:t>
                </a:r>
                <a:r>
                  <a:rPr lang="en-US" sz="2400" dirty="0" smtClean="0">
                    <a:latin typeface="Sitka Text" pitchFamily="2" charset="0"/>
                  </a:rPr>
                  <a:t>including </a:t>
                </a:r>
                <a:r>
                  <a:rPr lang="en-US" sz="2400" dirty="0" smtClean="0">
                    <a:solidFill>
                      <a:schemeClr val="accent2">
                        <a:lumMod val="75000"/>
                      </a:schemeClr>
                    </a:solidFill>
                    <a:latin typeface="Sitka Text" pitchFamily="2" charset="0"/>
                  </a:rPr>
                  <a:t>Diverse Medical Imaging Modalities. </a:t>
                </a:r>
                <a:r>
                  <a:rPr lang="en-US" sz="2400" dirty="0">
                    <a:latin typeface="Sitka Text" pitchFamily="2" charset="0"/>
                  </a:rPr>
                  <a:t>	</a:t>
                </a:r>
              </a:p>
              <a:p>
                <a:endParaRPr lang="en-US" dirty="0">
                  <a:latin typeface="Sitka Text" pitchFamily="2"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4129" y="2084832"/>
                <a:ext cx="9720071" cy="4023360"/>
              </a:xfrm>
              <a:blipFill>
                <a:blip r:embed="rId3"/>
                <a:stretch>
                  <a:fillRect l="-1317" r="-439"/>
                </a:stretch>
              </a:blipFill>
            </p:spPr>
            <p:txBody>
              <a:bodyPr/>
              <a:lstStyle/>
              <a:p>
                <a:r>
                  <a:rPr lang="en-US">
                    <a:noFill/>
                  </a:rPr>
                  <a:t> </a:t>
                </a:r>
              </a:p>
            </p:txBody>
          </p:sp>
        </mc:Fallback>
      </mc:AlternateContent>
    </p:spTree>
    <p:extLst>
      <p:ext uri="{BB962C8B-B14F-4D97-AF65-F5344CB8AC3E}">
        <p14:creationId xmlns:p14="http://schemas.microsoft.com/office/powerpoint/2010/main" val="10901894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Course Content</a:t>
            </a:r>
            <a:endParaRPr lang="en-US" cap="none" dirty="0">
              <a:latin typeface="Sitka Text" pitchFamily="2" charset="0"/>
            </a:endParaRPr>
          </a:p>
        </p:txBody>
      </p:sp>
      <p:sp>
        <p:nvSpPr>
          <p:cNvPr id="3" name="Content Placeholder 2"/>
          <p:cNvSpPr>
            <a:spLocks noGrp="1"/>
          </p:cNvSpPr>
          <p:nvPr>
            <p:ph idx="1"/>
          </p:nvPr>
        </p:nvSpPr>
        <p:spPr/>
        <p:txBody>
          <a:bodyPr>
            <a:normAutofit/>
          </a:bodyPr>
          <a:lstStyle/>
          <a:p>
            <a:pPr marL="457200" indent="-457200">
              <a:lnSpc>
                <a:spcPct val="100000"/>
              </a:lnSpc>
              <a:buFont typeface="+mj-lt"/>
              <a:buAutoNum type="arabicPeriod"/>
            </a:pPr>
            <a:r>
              <a:rPr lang="en-US" sz="2400" dirty="0" smtClean="0">
                <a:solidFill>
                  <a:schemeClr val="tx1"/>
                </a:solidFill>
                <a:latin typeface="Sitka Text" pitchFamily="2" charset="0"/>
              </a:rPr>
              <a:t>Introduction </a:t>
            </a:r>
            <a:r>
              <a:rPr lang="en-US" sz="2400" dirty="0">
                <a:solidFill>
                  <a:schemeClr val="tx1"/>
                </a:solidFill>
                <a:latin typeface="Sitka Text" pitchFamily="2" charset="0"/>
              </a:rPr>
              <a:t>to Different Medical Imaging </a:t>
            </a:r>
            <a:r>
              <a:rPr lang="en-US" sz="2400" dirty="0" smtClean="0">
                <a:solidFill>
                  <a:schemeClr val="tx1"/>
                </a:solidFill>
                <a:latin typeface="Sitka Text" pitchFamily="2" charset="0"/>
              </a:rPr>
              <a:t>Modalities</a:t>
            </a:r>
          </a:p>
          <a:p>
            <a:pPr marL="457200" indent="-457200">
              <a:lnSpc>
                <a:spcPct val="100000"/>
              </a:lnSpc>
              <a:buFont typeface="+mj-lt"/>
              <a:buAutoNum type="arabicPeriod"/>
            </a:pPr>
            <a:r>
              <a:rPr lang="en-US" sz="2400" dirty="0" smtClean="0">
                <a:solidFill>
                  <a:schemeClr val="tx1"/>
                </a:solidFill>
                <a:latin typeface="Sitka Text" pitchFamily="2" charset="0"/>
              </a:rPr>
              <a:t>Modality-specific </a:t>
            </a:r>
            <a:r>
              <a:rPr lang="en-US" sz="2400" dirty="0">
                <a:solidFill>
                  <a:schemeClr val="tx1"/>
                </a:solidFill>
                <a:latin typeface="Sitka Text" pitchFamily="2" charset="0"/>
              </a:rPr>
              <a:t>Pre-processing and Feature Extraction </a:t>
            </a:r>
            <a:endParaRPr lang="en-US" sz="2400" dirty="0" smtClean="0">
              <a:solidFill>
                <a:schemeClr val="tx1"/>
              </a:solidFill>
              <a:latin typeface="Sitka Text" pitchFamily="2" charset="0"/>
            </a:endParaRPr>
          </a:p>
          <a:p>
            <a:pPr marL="457200" indent="-457200">
              <a:lnSpc>
                <a:spcPct val="100000"/>
              </a:lnSpc>
              <a:buFont typeface="+mj-lt"/>
              <a:buAutoNum type="arabicPeriod"/>
            </a:pPr>
            <a:r>
              <a:rPr lang="en-US" sz="2400" dirty="0">
                <a:solidFill>
                  <a:schemeClr val="tx1"/>
                </a:solidFill>
                <a:latin typeface="Sitka Text" pitchFamily="2" charset="0"/>
              </a:rPr>
              <a:t>Image Segmentation applied to Medical Domain </a:t>
            </a:r>
          </a:p>
          <a:p>
            <a:pPr marL="457200" indent="-457200">
              <a:lnSpc>
                <a:spcPct val="100000"/>
              </a:lnSpc>
              <a:buFont typeface="+mj-lt"/>
              <a:buAutoNum type="arabicPeriod"/>
            </a:pPr>
            <a:r>
              <a:rPr lang="en-US" sz="2400" dirty="0" smtClean="0">
                <a:solidFill>
                  <a:schemeClr val="tx1"/>
                </a:solidFill>
                <a:latin typeface="Sitka Text" pitchFamily="2" charset="0"/>
              </a:rPr>
              <a:t>Anomaly </a:t>
            </a:r>
            <a:r>
              <a:rPr lang="en-US" sz="2400" dirty="0">
                <a:solidFill>
                  <a:schemeClr val="tx1"/>
                </a:solidFill>
                <a:latin typeface="Sitka Text" pitchFamily="2" charset="0"/>
              </a:rPr>
              <a:t>Detection and Classification from Medical </a:t>
            </a:r>
            <a:r>
              <a:rPr lang="en-US" sz="2400" dirty="0" smtClean="0">
                <a:solidFill>
                  <a:schemeClr val="tx1"/>
                </a:solidFill>
                <a:latin typeface="Sitka Text" pitchFamily="2" charset="0"/>
              </a:rPr>
              <a:t>Images</a:t>
            </a:r>
          </a:p>
          <a:p>
            <a:pPr marL="457200" indent="-457200">
              <a:lnSpc>
                <a:spcPct val="100000"/>
              </a:lnSpc>
              <a:buFont typeface="+mj-lt"/>
              <a:buAutoNum type="arabicPeriod"/>
            </a:pPr>
            <a:r>
              <a:rPr lang="en-US" sz="2400" dirty="0" smtClean="0">
                <a:solidFill>
                  <a:schemeClr val="tx1"/>
                </a:solidFill>
                <a:latin typeface="Sitka Text" pitchFamily="2" charset="0"/>
              </a:rPr>
              <a:t>Advanced Topics</a:t>
            </a:r>
            <a:endParaRPr lang="en-US" sz="2400" dirty="0">
              <a:solidFill>
                <a:schemeClr val="tx1"/>
              </a:solidFill>
              <a:latin typeface="Sitka Text" pitchFamily="2" charset="0"/>
            </a:endParaRPr>
          </a:p>
          <a:p>
            <a:pPr marL="457200" indent="-457200">
              <a:lnSpc>
                <a:spcPct val="100000"/>
              </a:lnSpc>
              <a:buFont typeface="+mj-lt"/>
              <a:buAutoNum type="arabicPeriod"/>
            </a:pPr>
            <a:r>
              <a:rPr lang="en-US" sz="2400" dirty="0" smtClean="0">
                <a:solidFill>
                  <a:schemeClr val="tx1"/>
                </a:solidFill>
                <a:latin typeface="Sitka Text" pitchFamily="2" charset="0"/>
              </a:rPr>
              <a:t>Case-studies</a:t>
            </a:r>
            <a:r>
              <a:rPr lang="en-US" sz="2400" dirty="0">
                <a:solidFill>
                  <a:schemeClr val="tx1"/>
                </a:solidFill>
                <a:latin typeface="Sitka Text" pitchFamily="2" charset="0"/>
              </a:rPr>
              <a:t>, Current Advancements and Future Research Directions </a:t>
            </a:r>
          </a:p>
        </p:txBody>
      </p:sp>
    </p:spTree>
    <p:extLst>
      <p:ext uri="{BB962C8B-B14F-4D97-AF65-F5344CB8AC3E}">
        <p14:creationId xmlns:p14="http://schemas.microsoft.com/office/powerpoint/2010/main" val="105082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Course Content (Contd.)</a:t>
            </a:r>
            <a:endParaRPr lang="en-US" cap="none" dirty="0">
              <a:latin typeface="Sitka Text" pitchFamily="2" charset="0"/>
            </a:endParaRPr>
          </a:p>
        </p:txBody>
      </p:sp>
      <p:sp>
        <p:nvSpPr>
          <p:cNvPr id="3" name="Content Placeholder 2"/>
          <p:cNvSpPr>
            <a:spLocks noGrp="1"/>
          </p:cNvSpPr>
          <p:nvPr>
            <p:ph idx="1"/>
          </p:nvPr>
        </p:nvSpPr>
        <p:spPr/>
        <p:txBody>
          <a:bodyPr>
            <a:normAutofit/>
          </a:bodyPr>
          <a:lstStyle/>
          <a:p>
            <a:pPr>
              <a:lnSpc>
                <a:spcPct val="100000"/>
              </a:lnSpc>
            </a:pPr>
            <a:r>
              <a:rPr lang="en-US" sz="2800" dirty="0">
                <a:solidFill>
                  <a:schemeClr val="accent2">
                    <a:lumMod val="75000"/>
                  </a:schemeClr>
                </a:solidFill>
                <a:latin typeface="Sitka Text" pitchFamily="2" charset="0"/>
              </a:rPr>
              <a:t>Introduction to Different Medical Imaging </a:t>
            </a:r>
            <a:r>
              <a:rPr lang="en-US" sz="2800" dirty="0" smtClean="0">
                <a:solidFill>
                  <a:schemeClr val="accent2">
                    <a:lumMod val="75000"/>
                  </a:schemeClr>
                </a:solidFill>
                <a:latin typeface="Sitka Text" pitchFamily="2" charset="0"/>
              </a:rPr>
              <a:t>Modalities</a:t>
            </a:r>
          </a:p>
          <a:p>
            <a:pPr lvl="1">
              <a:lnSpc>
                <a:spcPct val="100000"/>
              </a:lnSpc>
              <a:buFont typeface="Wingdings" panose="05000000000000000000" pitchFamily="2" charset="2"/>
              <a:buChar char="Ø"/>
            </a:pPr>
            <a:r>
              <a:rPr lang="en-US" dirty="0" smtClean="0">
                <a:solidFill>
                  <a:schemeClr val="tx1"/>
                </a:solidFill>
                <a:latin typeface="Sitka Text" pitchFamily="2" charset="0"/>
              </a:rPr>
              <a:t>  </a:t>
            </a:r>
            <a:r>
              <a:rPr lang="en-US" sz="2400" dirty="0" smtClean="0">
                <a:solidFill>
                  <a:schemeClr val="tx1"/>
                </a:solidFill>
                <a:latin typeface="Sitka Text" pitchFamily="2" charset="0"/>
              </a:rPr>
              <a:t>Radiology</a:t>
            </a:r>
          </a:p>
          <a:p>
            <a:pPr lvl="1">
              <a:lnSpc>
                <a:spcPct val="100000"/>
              </a:lnSpc>
              <a:buFont typeface="Wingdings" panose="05000000000000000000" pitchFamily="2" charset="2"/>
              <a:buChar char="Ø"/>
            </a:pPr>
            <a:r>
              <a:rPr lang="en-US" sz="2400" dirty="0" smtClean="0">
                <a:solidFill>
                  <a:schemeClr val="tx1"/>
                </a:solidFill>
                <a:latin typeface="Sitka Text" pitchFamily="2" charset="0"/>
              </a:rPr>
              <a:t> Ultrasound</a:t>
            </a:r>
          </a:p>
          <a:p>
            <a:pPr lvl="1">
              <a:lnSpc>
                <a:spcPct val="100000"/>
              </a:lnSpc>
              <a:buFont typeface="Wingdings" panose="05000000000000000000" pitchFamily="2" charset="2"/>
              <a:buChar char="Ø"/>
            </a:pPr>
            <a:r>
              <a:rPr lang="en-US" sz="2400" dirty="0" smtClean="0">
                <a:latin typeface="Sitka Text" pitchFamily="2" charset="0"/>
              </a:rPr>
              <a:t> MRI</a:t>
            </a:r>
            <a:endParaRPr lang="en-US" sz="2400" dirty="0" smtClean="0">
              <a:solidFill>
                <a:schemeClr val="tx1"/>
              </a:solidFill>
              <a:latin typeface="Sitka Text" pitchFamily="2" charset="0"/>
            </a:endParaRPr>
          </a:p>
          <a:p>
            <a:pPr lvl="1">
              <a:lnSpc>
                <a:spcPct val="100000"/>
              </a:lnSpc>
              <a:buFont typeface="Wingdings" panose="05000000000000000000" pitchFamily="2" charset="2"/>
              <a:buChar char="Ø"/>
            </a:pPr>
            <a:r>
              <a:rPr lang="en-US" sz="2400" dirty="0" smtClean="0">
                <a:solidFill>
                  <a:schemeClr val="tx1"/>
                </a:solidFill>
                <a:latin typeface="Sitka Text" pitchFamily="2" charset="0"/>
              </a:rPr>
              <a:t> Pathology</a:t>
            </a:r>
          </a:p>
          <a:p>
            <a:pPr lvl="1">
              <a:lnSpc>
                <a:spcPct val="100000"/>
              </a:lnSpc>
              <a:buFont typeface="Wingdings" panose="05000000000000000000" pitchFamily="2" charset="2"/>
              <a:buChar char="Ø"/>
            </a:pPr>
            <a:r>
              <a:rPr lang="en-US" sz="2400" dirty="0" smtClean="0">
                <a:solidFill>
                  <a:schemeClr val="tx1"/>
                </a:solidFill>
                <a:latin typeface="Sitka Text" pitchFamily="2" charset="0"/>
              </a:rPr>
              <a:t> RGB images</a:t>
            </a:r>
          </a:p>
          <a:p>
            <a:pPr lvl="1">
              <a:lnSpc>
                <a:spcPct val="100000"/>
              </a:lnSpc>
              <a:buFont typeface="Wingdings" panose="05000000000000000000" pitchFamily="2" charset="2"/>
              <a:buChar char="Ø"/>
            </a:pPr>
            <a:r>
              <a:rPr lang="en-US" sz="2400" dirty="0" smtClean="0">
                <a:solidFill>
                  <a:schemeClr val="tx1"/>
                </a:solidFill>
                <a:latin typeface="Sitka Text" pitchFamily="2" charset="0"/>
              </a:rPr>
              <a:t> Multi-modal and so on</a:t>
            </a:r>
            <a:endParaRPr lang="en-US" sz="2400" dirty="0">
              <a:solidFill>
                <a:schemeClr val="tx1"/>
              </a:solidFill>
              <a:latin typeface="Sitka Text" pitchFamily="2" charset="0"/>
            </a:endParaRP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73600" y="2806200"/>
              <a:ext cx="5054040" cy="2753280"/>
            </p14:xfrm>
          </p:contentPart>
        </mc:Choice>
        <mc:Fallback xmlns="">
          <p:pic>
            <p:nvPicPr>
              <p:cNvPr id="4" name="Ink 3"/>
              <p:cNvPicPr/>
              <p:nvPr/>
            </p:nvPicPr>
            <p:blipFill>
              <a:blip r:embed="rId3"/>
              <a:stretch>
                <a:fillRect/>
              </a:stretch>
            </p:blipFill>
            <p:spPr>
              <a:xfrm>
                <a:off x="1162440" y="2795040"/>
                <a:ext cx="5077440" cy="2770920"/>
              </a:xfrm>
              <a:prstGeom prst="rect">
                <a:avLst/>
              </a:prstGeom>
            </p:spPr>
          </p:pic>
        </mc:Fallback>
      </mc:AlternateContent>
    </p:spTree>
    <p:extLst>
      <p:ext uri="{BB962C8B-B14F-4D97-AF65-F5344CB8AC3E}">
        <p14:creationId xmlns:p14="http://schemas.microsoft.com/office/powerpoint/2010/main" val="32499598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Course Content (Contd.)</a:t>
            </a:r>
            <a:endParaRPr lang="en-US" cap="none" dirty="0">
              <a:latin typeface="Sitka Text" pitchFamily="2" charset="0"/>
            </a:endParaRPr>
          </a:p>
        </p:txBody>
      </p:sp>
      <p:sp>
        <p:nvSpPr>
          <p:cNvPr id="3" name="Content Placeholder 2"/>
          <p:cNvSpPr>
            <a:spLocks noGrp="1"/>
          </p:cNvSpPr>
          <p:nvPr>
            <p:ph idx="1"/>
          </p:nvPr>
        </p:nvSpPr>
        <p:spPr>
          <a:xfrm>
            <a:off x="1097280" y="1737360"/>
            <a:ext cx="10405872" cy="4023360"/>
          </a:xfrm>
        </p:spPr>
        <p:txBody>
          <a:bodyPr>
            <a:normAutofit/>
          </a:bodyPr>
          <a:lstStyle/>
          <a:p>
            <a:r>
              <a:rPr lang="en-US" sz="2800" dirty="0">
                <a:solidFill>
                  <a:schemeClr val="accent2">
                    <a:lumMod val="75000"/>
                  </a:schemeClr>
                </a:solidFill>
                <a:latin typeface="Sitka Text" pitchFamily="2" charset="0"/>
              </a:rPr>
              <a:t>Modality-specific Pre-processing and Feature Extraction</a:t>
            </a:r>
            <a:r>
              <a:rPr lang="en-US" sz="2800" dirty="0">
                <a:latin typeface="Sitka Text" pitchFamily="2" charset="0"/>
              </a:rPr>
              <a:t> </a:t>
            </a:r>
            <a:endParaRPr lang="en-US" sz="2800" dirty="0" smtClean="0">
              <a:latin typeface="Sitka Text" pitchFamily="2" charset="0"/>
            </a:endParaRPr>
          </a:p>
          <a:p>
            <a:pPr>
              <a:lnSpc>
                <a:spcPct val="150000"/>
              </a:lnSpc>
              <a:buFont typeface="Wingdings" panose="05000000000000000000" pitchFamily="2" charset="2"/>
              <a:buChar char="Ø"/>
            </a:pPr>
            <a:r>
              <a:rPr lang="en-US" dirty="0" smtClean="0">
                <a:latin typeface="Sitka Text" pitchFamily="2" charset="0"/>
              </a:rPr>
              <a:t> </a:t>
            </a:r>
            <a:r>
              <a:rPr lang="en-US" sz="2400" dirty="0" smtClean="0">
                <a:latin typeface="Sitka Text" pitchFamily="2" charset="0"/>
              </a:rPr>
              <a:t>Different </a:t>
            </a:r>
            <a:r>
              <a:rPr lang="en-US" sz="2400" dirty="0">
                <a:latin typeface="Sitka Text" pitchFamily="2" charset="0"/>
              </a:rPr>
              <a:t>imaging modalities </a:t>
            </a:r>
            <a:r>
              <a:rPr lang="en-US" sz="2400" dirty="0" smtClean="0">
                <a:latin typeface="Sitka Text" pitchFamily="2" charset="0"/>
              </a:rPr>
              <a:t>have </a:t>
            </a:r>
            <a:r>
              <a:rPr lang="en-US" sz="2400" dirty="0">
                <a:latin typeface="Sitka Text" pitchFamily="2" charset="0"/>
              </a:rPr>
              <a:t>unique characteristics and </a:t>
            </a:r>
            <a:r>
              <a:rPr lang="en-US" sz="2400" dirty="0" smtClean="0">
                <a:latin typeface="Sitka Text" pitchFamily="2" charset="0"/>
              </a:rPr>
              <a:t>artifacts.</a:t>
            </a:r>
          </a:p>
          <a:p>
            <a:pPr>
              <a:lnSpc>
                <a:spcPct val="150000"/>
              </a:lnSpc>
              <a:buFont typeface="Wingdings" panose="05000000000000000000" pitchFamily="2" charset="2"/>
              <a:buChar char="Ø"/>
            </a:pPr>
            <a:r>
              <a:rPr lang="en-US" sz="2400" dirty="0" smtClean="0">
                <a:latin typeface="Sitka Text" pitchFamily="2" charset="0"/>
              </a:rPr>
              <a:t> Each </a:t>
            </a:r>
            <a:r>
              <a:rPr lang="en-US" sz="2400" dirty="0">
                <a:latin typeface="Sitka Text" pitchFamily="2" charset="0"/>
              </a:rPr>
              <a:t>imaging modality captures different types of information (e.g., MRI: soft tissue </a:t>
            </a:r>
            <a:r>
              <a:rPr lang="en-US" sz="2400" dirty="0" smtClean="0">
                <a:latin typeface="Sitka Text" pitchFamily="2" charset="0"/>
              </a:rPr>
              <a:t>contrast, X-ray: bone structure)</a:t>
            </a:r>
          </a:p>
          <a:p>
            <a:endParaRPr lang="en-US" dirty="0">
              <a:latin typeface="Sitka Text" pitchFamily="2" charset="0"/>
            </a:endParaRPr>
          </a:p>
          <a:p>
            <a:endParaRPr lang="en-US" dirty="0">
              <a:latin typeface="Sitka Text" pitchFamily="2" charset="0"/>
            </a:endParaRPr>
          </a:p>
        </p:txBody>
      </p:sp>
      <p:pic>
        <p:nvPicPr>
          <p:cNvPr id="4" name="Picture 3"/>
          <p:cNvPicPr>
            <a:picLocks noChangeAspect="1"/>
          </p:cNvPicPr>
          <p:nvPr/>
        </p:nvPicPr>
        <p:blipFill rotWithShape="1">
          <a:blip r:embed="rId2"/>
          <a:srcRect r="72403" b="8197"/>
          <a:stretch/>
        </p:blipFill>
        <p:spPr>
          <a:xfrm>
            <a:off x="7052912" y="4946931"/>
            <a:ext cx="1798356" cy="1162098"/>
          </a:xfrm>
          <a:prstGeom prst="rect">
            <a:avLst/>
          </a:prstGeom>
        </p:spPr>
      </p:pic>
      <p:pic>
        <p:nvPicPr>
          <p:cNvPr id="5" name="Picture 4"/>
          <p:cNvPicPr>
            <a:picLocks noChangeAspect="1"/>
          </p:cNvPicPr>
          <p:nvPr/>
        </p:nvPicPr>
        <p:blipFill rotWithShape="1">
          <a:blip r:embed="rId2"/>
          <a:srcRect l="70330" r="-47" b="14126"/>
          <a:stretch/>
        </p:blipFill>
        <p:spPr>
          <a:xfrm>
            <a:off x="3441032" y="4950331"/>
            <a:ext cx="2069432" cy="1161644"/>
          </a:xfrm>
          <a:prstGeom prst="rect">
            <a:avLst/>
          </a:prstGeom>
        </p:spPr>
      </p:pic>
      <p:sp>
        <p:nvSpPr>
          <p:cNvPr id="6" name="TextBox 5"/>
          <p:cNvSpPr txBox="1"/>
          <p:nvPr/>
        </p:nvSpPr>
        <p:spPr>
          <a:xfrm>
            <a:off x="3812746" y="6072390"/>
            <a:ext cx="1326004" cy="338554"/>
          </a:xfrm>
          <a:prstGeom prst="rect">
            <a:avLst/>
          </a:prstGeom>
          <a:noFill/>
        </p:spPr>
        <p:txBody>
          <a:bodyPr wrap="none" rtlCol="0">
            <a:spAutoFit/>
          </a:bodyPr>
          <a:lstStyle/>
          <a:p>
            <a:pPr algn="ctr"/>
            <a:r>
              <a:rPr lang="en-US" sz="1600" dirty="0" smtClean="0">
                <a:latin typeface="Sitka Text" pitchFamily="2" charset="0"/>
              </a:rPr>
              <a:t>MRI Images</a:t>
            </a:r>
            <a:endParaRPr lang="en-US" sz="1600" dirty="0">
              <a:latin typeface="Sitka Text" pitchFamily="2" charset="0"/>
            </a:endParaRPr>
          </a:p>
        </p:txBody>
      </p:sp>
      <p:sp>
        <p:nvSpPr>
          <p:cNvPr id="7" name="TextBox 6"/>
          <p:cNvSpPr txBox="1"/>
          <p:nvPr/>
        </p:nvSpPr>
        <p:spPr>
          <a:xfrm>
            <a:off x="7273347" y="6069444"/>
            <a:ext cx="1454244" cy="338554"/>
          </a:xfrm>
          <a:prstGeom prst="rect">
            <a:avLst/>
          </a:prstGeom>
          <a:noFill/>
        </p:spPr>
        <p:txBody>
          <a:bodyPr wrap="none" rtlCol="0">
            <a:spAutoFit/>
          </a:bodyPr>
          <a:lstStyle/>
          <a:p>
            <a:pPr algn="ctr"/>
            <a:r>
              <a:rPr lang="en-US" sz="1600" dirty="0" smtClean="0">
                <a:latin typeface="Sitka Text" pitchFamily="2" charset="0"/>
              </a:rPr>
              <a:t>X-ray Images</a:t>
            </a:r>
            <a:endParaRPr lang="en-US" sz="1600" dirty="0">
              <a:latin typeface="Sitka Text" pitchFamily="2" charset="0"/>
            </a:endParaRPr>
          </a:p>
        </p:txBody>
      </p:sp>
      <p:sp>
        <p:nvSpPr>
          <p:cNvPr id="8" name="Rectangle 7"/>
          <p:cNvSpPr/>
          <p:nvPr/>
        </p:nvSpPr>
        <p:spPr>
          <a:xfrm>
            <a:off x="1428064" y="6500882"/>
            <a:ext cx="9677400" cy="276999"/>
          </a:xfrm>
          <a:prstGeom prst="rect">
            <a:avLst/>
          </a:prstGeom>
        </p:spPr>
        <p:txBody>
          <a:bodyPr wrap="square">
            <a:spAutoFit/>
          </a:bodyPr>
          <a:lstStyle/>
          <a:p>
            <a:r>
              <a:rPr lang="en-US" sz="1200" dirty="0">
                <a:latin typeface="Sitka Text" pitchFamily="2" charset="0"/>
              </a:rPr>
              <a:t>https://www.medicalimagingsource.com/mri-vs-x-ray-whats-the-difference</a:t>
            </a:r>
          </a:p>
        </p:txBody>
      </p:sp>
      <p:cxnSp>
        <p:nvCxnSpPr>
          <p:cNvPr id="10" name="Straight Connector 9"/>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752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Course Content (Contd.)</a:t>
            </a:r>
            <a:endParaRPr lang="en-US" cap="none" dirty="0">
              <a:latin typeface="Sitka Text" pitchFamily="2" charset="0"/>
            </a:endParaRPr>
          </a:p>
        </p:txBody>
      </p:sp>
      <p:sp>
        <p:nvSpPr>
          <p:cNvPr id="3" name="Content Placeholder 2"/>
          <p:cNvSpPr>
            <a:spLocks noGrp="1"/>
          </p:cNvSpPr>
          <p:nvPr>
            <p:ph idx="1"/>
          </p:nvPr>
        </p:nvSpPr>
        <p:spPr/>
        <p:txBody>
          <a:bodyPr>
            <a:normAutofit/>
          </a:bodyPr>
          <a:lstStyle/>
          <a:p>
            <a:pPr>
              <a:lnSpc>
                <a:spcPct val="150000"/>
              </a:lnSpc>
            </a:pPr>
            <a:r>
              <a:rPr lang="en-US" sz="2800" dirty="0">
                <a:solidFill>
                  <a:schemeClr val="accent2">
                    <a:lumMod val="75000"/>
                  </a:schemeClr>
                </a:solidFill>
                <a:latin typeface="Sitka Text" pitchFamily="2" charset="0"/>
              </a:rPr>
              <a:t>Image Segmentation applied to Medical Domain </a:t>
            </a:r>
            <a:endParaRPr lang="en-US" sz="2800" dirty="0" smtClean="0">
              <a:solidFill>
                <a:schemeClr val="accent2">
                  <a:lumMod val="75000"/>
                </a:schemeClr>
              </a:solidFill>
              <a:latin typeface="Sitka Text" pitchFamily="2" charset="0"/>
            </a:endParaRPr>
          </a:p>
          <a:p>
            <a:pPr>
              <a:lnSpc>
                <a:spcPct val="150000"/>
              </a:lnSpc>
              <a:buFont typeface="Wingdings" panose="05000000000000000000" pitchFamily="2" charset="2"/>
              <a:buChar char="Ø"/>
            </a:pPr>
            <a:r>
              <a:rPr lang="en-US" sz="2400" dirty="0">
                <a:solidFill>
                  <a:schemeClr val="tx1"/>
                </a:solidFill>
                <a:latin typeface="Sitka Text" pitchFamily="2" charset="0"/>
              </a:rPr>
              <a:t> </a:t>
            </a:r>
            <a:r>
              <a:rPr lang="en-US" sz="2400" dirty="0" smtClean="0">
                <a:solidFill>
                  <a:schemeClr val="tx1"/>
                </a:solidFill>
                <a:latin typeface="Sitka Text" pitchFamily="2" charset="0"/>
              </a:rPr>
              <a:t>U-Net and beyond</a:t>
            </a:r>
            <a:endParaRPr lang="en-US" sz="2400" dirty="0">
              <a:solidFill>
                <a:schemeClr val="tx1"/>
              </a:solidFill>
              <a:latin typeface="Sitka Text" pitchFamily="2" charset="0"/>
            </a:endParaRPr>
          </a:p>
          <a:p>
            <a:pPr>
              <a:lnSpc>
                <a:spcPct val="150000"/>
              </a:lnSpc>
            </a:pPr>
            <a:r>
              <a:rPr lang="en-US" sz="2800" dirty="0" smtClean="0">
                <a:solidFill>
                  <a:schemeClr val="accent2">
                    <a:lumMod val="75000"/>
                  </a:schemeClr>
                </a:solidFill>
                <a:latin typeface="Sitka Text" pitchFamily="2" charset="0"/>
              </a:rPr>
              <a:t>Anomaly </a:t>
            </a:r>
            <a:r>
              <a:rPr lang="en-US" sz="2800" dirty="0">
                <a:solidFill>
                  <a:schemeClr val="accent2">
                    <a:lumMod val="75000"/>
                  </a:schemeClr>
                </a:solidFill>
                <a:latin typeface="Sitka Text" pitchFamily="2" charset="0"/>
              </a:rPr>
              <a:t>Detection and Classification from Medical </a:t>
            </a:r>
            <a:r>
              <a:rPr lang="en-US" sz="2800" dirty="0" smtClean="0">
                <a:solidFill>
                  <a:schemeClr val="accent2">
                    <a:lumMod val="75000"/>
                  </a:schemeClr>
                </a:solidFill>
                <a:latin typeface="Sitka Text" pitchFamily="2" charset="0"/>
              </a:rPr>
              <a:t>Images</a:t>
            </a:r>
          </a:p>
          <a:p>
            <a:pPr>
              <a:lnSpc>
                <a:spcPct val="150000"/>
              </a:lnSpc>
              <a:buFont typeface="Wingdings" panose="05000000000000000000" pitchFamily="2" charset="2"/>
              <a:buChar char="Ø"/>
            </a:pPr>
            <a:r>
              <a:rPr lang="en-US" sz="2400" dirty="0" smtClean="0">
                <a:solidFill>
                  <a:schemeClr val="tx1"/>
                </a:solidFill>
                <a:latin typeface="Sitka Text" pitchFamily="2" charset="0"/>
              </a:rPr>
              <a:t> Convolutional neural networks and Transformers</a:t>
            </a:r>
            <a:endParaRPr lang="en-US" sz="2400" dirty="0">
              <a:solidFill>
                <a:schemeClr val="tx1"/>
              </a:solidFill>
              <a:latin typeface="Sitka Text" pitchFamily="2" charset="0"/>
            </a:endParaRP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054080" y="2953440"/>
              <a:ext cx="6782760" cy="1609560"/>
            </p14:xfrm>
          </p:contentPart>
        </mc:Choice>
        <mc:Fallback xmlns="">
          <p:pic>
            <p:nvPicPr>
              <p:cNvPr id="4" name="Ink 3"/>
              <p:cNvPicPr/>
              <p:nvPr/>
            </p:nvPicPr>
            <p:blipFill>
              <a:blip r:embed="rId3"/>
              <a:stretch>
                <a:fillRect/>
              </a:stretch>
            </p:blipFill>
            <p:spPr>
              <a:xfrm>
                <a:off x="1049400" y="2945880"/>
                <a:ext cx="6794640" cy="1622520"/>
              </a:xfrm>
              <a:prstGeom prst="rect">
                <a:avLst/>
              </a:prstGeom>
            </p:spPr>
          </p:pic>
        </mc:Fallback>
      </mc:AlternateContent>
    </p:spTree>
    <p:extLst>
      <p:ext uri="{BB962C8B-B14F-4D97-AF65-F5344CB8AC3E}">
        <p14:creationId xmlns:p14="http://schemas.microsoft.com/office/powerpoint/2010/main" val="785941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Course Content (Contd.)</a:t>
            </a:r>
            <a:endParaRPr lang="en-US" cap="none" dirty="0">
              <a:latin typeface="Sitka Text" pitchFamily="2" charset="0"/>
            </a:endParaRPr>
          </a:p>
        </p:txBody>
      </p:sp>
      <p:sp>
        <p:nvSpPr>
          <p:cNvPr id="3" name="Content Placeholder 2"/>
          <p:cNvSpPr>
            <a:spLocks noGrp="1"/>
          </p:cNvSpPr>
          <p:nvPr>
            <p:ph idx="1"/>
          </p:nvPr>
        </p:nvSpPr>
        <p:spPr>
          <a:xfrm>
            <a:off x="1024128" y="1961147"/>
            <a:ext cx="9720071" cy="4023360"/>
          </a:xfrm>
        </p:spPr>
        <p:txBody>
          <a:bodyPr/>
          <a:lstStyle/>
          <a:p>
            <a:pPr>
              <a:lnSpc>
                <a:spcPct val="150000"/>
              </a:lnSpc>
            </a:pPr>
            <a:r>
              <a:rPr lang="en-US" sz="2800" dirty="0">
                <a:solidFill>
                  <a:schemeClr val="accent2">
                    <a:lumMod val="75000"/>
                  </a:schemeClr>
                </a:solidFill>
                <a:latin typeface="Sitka Text" pitchFamily="2" charset="0"/>
              </a:rPr>
              <a:t>Advanced </a:t>
            </a:r>
            <a:r>
              <a:rPr lang="en-US" sz="2800" dirty="0" smtClean="0">
                <a:solidFill>
                  <a:schemeClr val="accent2">
                    <a:lumMod val="75000"/>
                  </a:schemeClr>
                </a:solidFill>
                <a:latin typeface="Sitka Text" pitchFamily="2" charset="0"/>
              </a:rPr>
              <a:t>Topics</a:t>
            </a:r>
          </a:p>
          <a:p>
            <a:pPr>
              <a:lnSpc>
                <a:spcPct val="150000"/>
              </a:lnSpc>
              <a:buFont typeface="Wingdings" panose="05000000000000000000" pitchFamily="2" charset="2"/>
              <a:buChar char="Ø"/>
            </a:pPr>
            <a:r>
              <a:rPr lang="en-US" dirty="0" smtClean="0">
                <a:solidFill>
                  <a:schemeClr val="tx1"/>
                </a:solidFill>
                <a:latin typeface="Sitka Text" pitchFamily="2" charset="0"/>
              </a:rPr>
              <a:t> </a:t>
            </a:r>
            <a:r>
              <a:rPr lang="en-US" sz="2400" dirty="0" smtClean="0">
                <a:solidFill>
                  <a:schemeClr val="tx1"/>
                </a:solidFill>
                <a:latin typeface="Sitka Text" pitchFamily="2" charset="0"/>
              </a:rPr>
              <a:t>Applications with Multi-modal Data </a:t>
            </a:r>
          </a:p>
          <a:p>
            <a:pPr lvl="1">
              <a:lnSpc>
                <a:spcPct val="150000"/>
              </a:lnSpc>
              <a:buFont typeface="Wingdings" panose="05000000000000000000" pitchFamily="2" charset="2"/>
              <a:buChar char="Ø"/>
            </a:pPr>
            <a:r>
              <a:rPr lang="en-US" sz="2000" dirty="0" smtClean="0">
                <a:solidFill>
                  <a:schemeClr val="tx1"/>
                </a:solidFill>
                <a:latin typeface="Sitka Text" pitchFamily="2" charset="0"/>
              </a:rPr>
              <a:t> Image and Clinical Dara</a:t>
            </a:r>
          </a:p>
          <a:p>
            <a:pPr lvl="1">
              <a:lnSpc>
                <a:spcPct val="150000"/>
              </a:lnSpc>
              <a:buFont typeface="Wingdings" panose="05000000000000000000" pitchFamily="2" charset="2"/>
              <a:buChar char="Ø"/>
            </a:pPr>
            <a:r>
              <a:rPr lang="en-US" sz="2000" dirty="0" smtClean="0">
                <a:solidFill>
                  <a:schemeClr val="tx1"/>
                </a:solidFill>
                <a:latin typeface="Sitka Text" pitchFamily="2" charset="0"/>
              </a:rPr>
              <a:t> Image and Bio-markers</a:t>
            </a:r>
          </a:p>
          <a:p>
            <a:pPr>
              <a:lnSpc>
                <a:spcPct val="150000"/>
              </a:lnSpc>
            </a:pPr>
            <a:r>
              <a:rPr lang="en-US" sz="2800" dirty="0" smtClean="0">
                <a:solidFill>
                  <a:schemeClr val="accent2">
                    <a:lumMod val="75000"/>
                  </a:schemeClr>
                </a:solidFill>
                <a:latin typeface="Sitka Text" pitchFamily="2" charset="0"/>
              </a:rPr>
              <a:t>Case-studies, Current Advancements, and Future </a:t>
            </a:r>
            <a:r>
              <a:rPr lang="en-US" sz="2800" dirty="0">
                <a:solidFill>
                  <a:schemeClr val="accent2">
                    <a:lumMod val="75000"/>
                  </a:schemeClr>
                </a:solidFill>
                <a:latin typeface="Sitka Text" pitchFamily="2" charset="0"/>
              </a:rPr>
              <a:t>Research </a:t>
            </a:r>
            <a:r>
              <a:rPr lang="en-US" sz="2800" dirty="0" smtClean="0">
                <a:solidFill>
                  <a:schemeClr val="accent2">
                    <a:lumMod val="75000"/>
                  </a:schemeClr>
                </a:solidFill>
                <a:latin typeface="Sitka Text" pitchFamily="2" charset="0"/>
              </a:rPr>
              <a:t>Directions</a:t>
            </a:r>
            <a:endParaRPr lang="en-US" sz="2800" dirty="0">
              <a:latin typeface="Sitka Text" pitchFamily="2" charset="0"/>
            </a:endParaRPr>
          </a:p>
          <a:p>
            <a:endParaRPr lang="en-US" dirty="0">
              <a:latin typeface="Sitka Text" pitchFamily="2" charset="0"/>
            </a:endParaRP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210320" y="5148720"/>
              <a:ext cx="9362160" cy="868320"/>
            </p14:xfrm>
          </p:contentPart>
        </mc:Choice>
        <mc:Fallback xmlns="">
          <p:pic>
            <p:nvPicPr>
              <p:cNvPr id="4" name="Ink 3"/>
              <p:cNvPicPr/>
              <p:nvPr/>
            </p:nvPicPr>
            <p:blipFill>
              <a:blip r:embed="rId3"/>
              <a:stretch>
                <a:fillRect/>
              </a:stretch>
            </p:blipFill>
            <p:spPr>
              <a:xfrm>
                <a:off x="1204560" y="5140800"/>
                <a:ext cx="9378000" cy="880920"/>
              </a:xfrm>
              <a:prstGeom prst="rect">
                <a:avLst/>
              </a:prstGeom>
            </p:spPr>
          </p:pic>
        </mc:Fallback>
      </mc:AlternateContent>
    </p:spTree>
    <p:extLst>
      <p:ext uri="{BB962C8B-B14F-4D97-AF65-F5344CB8AC3E}">
        <p14:creationId xmlns:p14="http://schemas.microsoft.com/office/powerpoint/2010/main" val="2694941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Course Content (Contd.)</a:t>
            </a:r>
            <a:endParaRPr lang="en-US" cap="none" dirty="0"/>
          </a:p>
        </p:txBody>
      </p:sp>
      <p:sp>
        <p:nvSpPr>
          <p:cNvPr id="4" name="Rounded Rectangle 3"/>
          <p:cNvSpPr/>
          <p:nvPr/>
        </p:nvSpPr>
        <p:spPr>
          <a:xfrm>
            <a:off x="1097280" y="2894653"/>
            <a:ext cx="1664208" cy="914400"/>
          </a:xfrm>
          <a:prstGeom prst="roundRect">
            <a:avLst/>
          </a:prstGeom>
          <a:solidFill>
            <a:schemeClr val="accent5">
              <a:lumMod val="40000"/>
              <a:lumOff val="60000"/>
            </a:schemeClr>
          </a:solidFill>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latin typeface="Sitka Text" pitchFamily="2" charset="0"/>
              </a:rPr>
              <a:t>Introduction to Different Medical Imaging Modalities</a:t>
            </a:r>
            <a:endParaRPr lang="en-US" sz="1400" dirty="0">
              <a:latin typeface="Sitka Text" pitchFamily="2" charset="0"/>
            </a:endParaRPr>
          </a:p>
        </p:txBody>
      </p:sp>
      <p:sp>
        <p:nvSpPr>
          <p:cNvPr id="5" name="Rounded Rectangle 4"/>
          <p:cNvSpPr/>
          <p:nvPr/>
        </p:nvSpPr>
        <p:spPr>
          <a:xfrm>
            <a:off x="3956940" y="2366148"/>
            <a:ext cx="1698136" cy="914400"/>
          </a:xfrm>
          <a:prstGeom prst="roundRect">
            <a:avLst/>
          </a:prstGeom>
          <a:solidFill>
            <a:schemeClr val="accent5">
              <a:lumMod val="40000"/>
              <a:lumOff val="60000"/>
            </a:schemeClr>
          </a:solidFill>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latin typeface="Sitka Text" pitchFamily="2" charset="0"/>
              </a:rPr>
              <a:t>Pre-processing of Medical Images</a:t>
            </a:r>
            <a:endParaRPr lang="en-US" sz="1400" dirty="0">
              <a:latin typeface="Sitka Text" pitchFamily="2" charset="0"/>
            </a:endParaRPr>
          </a:p>
        </p:txBody>
      </p:sp>
      <p:sp>
        <p:nvSpPr>
          <p:cNvPr id="7" name="Rounded Rectangle 6"/>
          <p:cNvSpPr/>
          <p:nvPr/>
        </p:nvSpPr>
        <p:spPr>
          <a:xfrm>
            <a:off x="3956940" y="3372233"/>
            <a:ext cx="1698136" cy="937260"/>
          </a:xfrm>
          <a:prstGeom prst="roundRect">
            <a:avLst/>
          </a:prstGeom>
          <a:solidFill>
            <a:schemeClr val="accent5">
              <a:lumMod val="40000"/>
              <a:lumOff val="60000"/>
            </a:schemeClr>
          </a:solidFill>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latin typeface="Sitka Text" pitchFamily="2" charset="0"/>
              </a:rPr>
              <a:t>Feature Extraction from Medical Images</a:t>
            </a:r>
            <a:endParaRPr lang="en-US" sz="1400" dirty="0">
              <a:latin typeface="Sitka Text" pitchFamily="2" charset="0"/>
            </a:endParaRPr>
          </a:p>
        </p:txBody>
      </p:sp>
      <p:sp>
        <p:nvSpPr>
          <p:cNvPr id="8" name="Rounded Rectangle 7"/>
          <p:cNvSpPr/>
          <p:nvPr/>
        </p:nvSpPr>
        <p:spPr>
          <a:xfrm>
            <a:off x="6995870" y="3372233"/>
            <a:ext cx="2121408" cy="1039749"/>
          </a:xfrm>
          <a:prstGeom prst="roundRect">
            <a:avLst/>
          </a:prstGeom>
          <a:solidFill>
            <a:schemeClr val="accent5">
              <a:lumMod val="40000"/>
              <a:lumOff val="60000"/>
            </a:schemeClr>
          </a:solidFill>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latin typeface="Sitka Text" pitchFamily="2" charset="0"/>
              </a:rPr>
              <a:t>Anomaly Detection and Recognition from Medical Images</a:t>
            </a:r>
            <a:endParaRPr lang="en-US" sz="1400" dirty="0">
              <a:latin typeface="Sitka Text" pitchFamily="2" charset="0"/>
            </a:endParaRPr>
          </a:p>
        </p:txBody>
      </p:sp>
      <p:sp>
        <p:nvSpPr>
          <p:cNvPr id="9" name="Rounded Rectangle 8"/>
          <p:cNvSpPr/>
          <p:nvPr/>
        </p:nvSpPr>
        <p:spPr>
          <a:xfrm>
            <a:off x="6995870" y="2245942"/>
            <a:ext cx="2121408" cy="1034606"/>
          </a:xfrm>
          <a:prstGeom prst="roundRect">
            <a:avLst/>
          </a:prstGeom>
          <a:solidFill>
            <a:schemeClr val="accent5">
              <a:lumMod val="40000"/>
              <a:lumOff val="60000"/>
            </a:schemeClr>
          </a:solidFill>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latin typeface="Sitka Text" pitchFamily="2" charset="0"/>
              </a:rPr>
              <a:t>Regions of Interest Segmentation from Medical Images</a:t>
            </a:r>
            <a:endParaRPr lang="en-US" sz="1400" dirty="0">
              <a:latin typeface="Sitka Text" pitchFamily="2" charset="0"/>
            </a:endParaRPr>
          </a:p>
        </p:txBody>
      </p:sp>
      <p:sp>
        <p:nvSpPr>
          <p:cNvPr id="12" name="Chevron 11"/>
          <p:cNvSpPr/>
          <p:nvPr/>
        </p:nvSpPr>
        <p:spPr>
          <a:xfrm>
            <a:off x="1214125" y="3969073"/>
            <a:ext cx="1053587" cy="334136"/>
          </a:xfrm>
          <a:prstGeom prst="chevron">
            <a:avLst/>
          </a:prstGeom>
          <a:solidFill>
            <a:schemeClr val="accent2">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Sitka Text" pitchFamily="2" charset="0"/>
              </a:rPr>
              <a:t>X-ray</a:t>
            </a:r>
          </a:p>
        </p:txBody>
      </p:sp>
      <p:sp>
        <p:nvSpPr>
          <p:cNvPr id="13" name="Chevron 12"/>
          <p:cNvSpPr/>
          <p:nvPr/>
        </p:nvSpPr>
        <p:spPr>
          <a:xfrm>
            <a:off x="1198886" y="4391602"/>
            <a:ext cx="1286862" cy="276988"/>
          </a:xfrm>
          <a:prstGeom prst="chevron">
            <a:avLst/>
          </a:prstGeom>
          <a:solidFill>
            <a:schemeClr val="accent2">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Sitka Text" pitchFamily="2" charset="0"/>
              </a:rPr>
              <a:t>Pathology</a:t>
            </a:r>
            <a:endParaRPr lang="en-US" sz="1400" dirty="0">
              <a:solidFill>
                <a:schemeClr val="tx1"/>
              </a:solidFill>
              <a:latin typeface="Sitka Text" pitchFamily="2" charset="0"/>
            </a:endParaRPr>
          </a:p>
        </p:txBody>
      </p:sp>
      <p:sp>
        <p:nvSpPr>
          <p:cNvPr id="14" name="Chevron 13"/>
          <p:cNvSpPr/>
          <p:nvPr/>
        </p:nvSpPr>
        <p:spPr>
          <a:xfrm>
            <a:off x="1198885" y="4751647"/>
            <a:ext cx="896245" cy="282702"/>
          </a:xfrm>
          <a:prstGeom prst="chevron">
            <a:avLst/>
          </a:prstGeom>
          <a:solidFill>
            <a:schemeClr val="accent2">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Sitka Text" pitchFamily="2" charset="0"/>
              </a:rPr>
              <a:t>MRI</a:t>
            </a:r>
            <a:endParaRPr lang="en-US" sz="1400" dirty="0">
              <a:solidFill>
                <a:schemeClr val="tx1"/>
              </a:solidFill>
              <a:latin typeface="Sitka Text" pitchFamily="2" charset="0"/>
            </a:endParaRPr>
          </a:p>
        </p:txBody>
      </p:sp>
      <p:sp>
        <p:nvSpPr>
          <p:cNvPr id="15" name="Chevron 14"/>
          <p:cNvSpPr/>
          <p:nvPr/>
        </p:nvSpPr>
        <p:spPr>
          <a:xfrm>
            <a:off x="1198885" y="5141029"/>
            <a:ext cx="1434587" cy="295656"/>
          </a:xfrm>
          <a:prstGeom prst="chevron">
            <a:avLst/>
          </a:prstGeom>
          <a:solidFill>
            <a:schemeClr val="accent2">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Sitka Text" pitchFamily="2" charset="0"/>
              </a:rPr>
              <a:t>Ultrasound</a:t>
            </a:r>
            <a:endParaRPr lang="en-US" sz="1400" dirty="0">
              <a:solidFill>
                <a:schemeClr val="tx1"/>
              </a:solidFill>
              <a:latin typeface="Sitka Text" pitchFamily="2" charset="0"/>
            </a:endParaRPr>
          </a:p>
        </p:txBody>
      </p:sp>
      <p:sp>
        <p:nvSpPr>
          <p:cNvPr id="17" name="Up-Down Arrow 16"/>
          <p:cNvSpPr/>
          <p:nvPr/>
        </p:nvSpPr>
        <p:spPr>
          <a:xfrm>
            <a:off x="2834640" y="2894652"/>
            <a:ext cx="874014" cy="914401"/>
          </a:xfrm>
          <a:prstGeom prst="up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itka Text" pitchFamily="2" charset="0"/>
            </a:endParaRPr>
          </a:p>
        </p:txBody>
      </p:sp>
      <p:sp>
        <p:nvSpPr>
          <p:cNvPr id="18" name="TextBox 17"/>
          <p:cNvSpPr txBox="1"/>
          <p:nvPr/>
        </p:nvSpPr>
        <p:spPr>
          <a:xfrm>
            <a:off x="9290304" y="6445686"/>
            <a:ext cx="2901696" cy="369332"/>
          </a:xfrm>
          <a:prstGeom prst="rect">
            <a:avLst/>
          </a:prstGeom>
          <a:noFill/>
        </p:spPr>
        <p:txBody>
          <a:bodyPr wrap="square" rtlCol="0">
            <a:spAutoFit/>
          </a:bodyPr>
          <a:lstStyle/>
          <a:p>
            <a:r>
              <a:rPr lang="en-US" dirty="0" smtClean="0">
                <a:latin typeface="Sitka Text" pitchFamily="2" charset="0"/>
              </a:rPr>
              <a:t>PC: Project Component</a:t>
            </a:r>
            <a:endParaRPr lang="en-US" dirty="0">
              <a:latin typeface="Sitka Text" pitchFamily="2" charset="0"/>
            </a:endParaRPr>
          </a:p>
        </p:txBody>
      </p:sp>
      <p:sp>
        <p:nvSpPr>
          <p:cNvPr id="19" name="TextBox 18"/>
          <p:cNvSpPr txBox="1"/>
          <p:nvPr/>
        </p:nvSpPr>
        <p:spPr>
          <a:xfrm>
            <a:off x="3014220" y="3175188"/>
            <a:ext cx="570990" cy="369332"/>
          </a:xfrm>
          <a:prstGeom prst="rect">
            <a:avLst/>
          </a:prstGeom>
          <a:noFill/>
        </p:spPr>
        <p:txBody>
          <a:bodyPr wrap="square" rtlCol="0">
            <a:spAutoFit/>
          </a:bodyPr>
          <a:lstStyle/>
          <a:p>
            <a:r>
              <a:rPr lang="en-US" dirty="0" smtClean="0">
                <a:latin typeface="Sitka Text" pitchFamily="2" charset="0"/>
              </a:rPr>
              <a:t>PC1</a:t>
            </a:r>
            <a:endParaRPr lang="en-US" dirty="0">
              <a:latin typeface="Sitka Text" pitchFamily="2" charset="0"/>
            </a:endParaRPr>
          </a:p>
        </p:txBody>
      </p:sp>
      <p:sp>
        <p:nvSpPr>
          <p:cNvPr id="20" name="TextBox 19"/>
          <p:cNvSpPr txBox="1"/>
          <p:nvPr/>
        </p:nvSpPr>
        <p:spPr>
          <a:xfrm>
            <a:off x="3577011" y="5000019"/>
            <a:ext cx="7164141" cy="1200329"/>
          </a:xfrm>
          <a:prstGeom prst="rect">
            <a:avLst/>
          </a:prstGeom>
          <a:noFill/>
        </p:spPr>
        <p:txBody>
          <a:bodyPr wrap="none" rtlCol="0">
            <a:spAutoFit/>
          </a:bodyPr>
          <a:lstStyle/>
          <a:p>
            <a:r>
              <a:rPr lang="en-US" dirty="0" smtClean="0">
                <a:latin typeface="Sitka Text" pitchFamily="2" charset="0"/>
              </a:rPr>
              <a:t>PC1: Study of various medical imaging modalities</a:t>
            </a:r>
          </a:p>
          <a:p>
            <a:r>
              <a:rPr lang="en-US" dirty="0" smtClean="0">
                <a:latin typeface="Sitka Text" pitchFamily="2" charset="0"/>
              </a:rPr>
              <a:t>PC2: Pre-processing and feature extraction from medical images</a:t>
            </a:r>
          </a:p>
          <a:p>
            <a:r>
              <a:rPr lang="en-US" dirty="0" smtClean="0">
                <a:latin typeface="Sitka Text" pitchFamily="2" charset="0"/>
              </a:rPr>
              <a:t>PC3: Segment regions of interests from medical images</a:t>
            </a:r>
          </a:p>
          <a:p>
            <a:r>
              <a:rPr lang="en-US" dirty="0" smtClean="0">
                <a:latin typeface="Sitka Text" pitchFamily="2" charset="0"/>
              </a:rPr>
              <a:t>PC4: Detect and classify anomalies from medical images</a:t>
            </a:r>
          </a:p>
        </p:txBody>
      </p:sp>
      <p:sp>
        <p:nvSpPr>
          <p:cNvPr id="22" name="Up-Down Arrow 21"/>
          <p:cNvSpPr/>
          <p:nvPr/>
        </p:nvSpPr>
        <p:spPr>
          <a:xfrm>
            <a:off x="5915302" y="2901573"/>
            <a:ext cx="874014" cy="914401"/>
          </a:xfrm>
          <a:prstGeom prst="up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itka Text" pitchFamily="2" charset="0"/>
            </a:endParaRPr>
          </a:p>
        </p:txBody>
      </p:sp>
      <p:sp>
        <p:nvSpPr>
          <p:cNvPr id="23" name="TextBox 22"/>
          <p:cNvSpPr txBox="1"/>
          <p:nvPr/>
        </p:nvSpPr>
        <p:spPr>
          <a:xfrm>
            <a:off x="6046366" y="3174107"/>
            <a:ext cx="611886" cy="369332"/>
          </a:xfrm>
          <a:prstGeom prst="rect">
            <a:avLst/>
          </a:prstGeom>
          <a:noFill/>
        </p:spPr>
        <p:txBody>
          <a:bodyPr wrap="square" rtlCol="0">
            <a:spAutoFit/>
          </a:bodyPr>
          <a:lstStyle/>
          <a:p>
            <a:r>
              <a:rPr lang="en-US" dirty="0" smtClean="0">
                <a:latin typeface="Sitka Text" pitchFamily="2" charset="0"/>
              </a:rPr>
              <a:t>PC2</a:t>
            </a:r>
            <a:endParaRPr lang="en-US" dirty="0">
              <a:latin typeface="Sitka Text" pitchFamily="2" charset="0"/>
            </a:endParaRPr>
          </a:p>
        </p:txBody>
      </p:sp>
      <p:sp>
        <p:nvSpPr>
          <p:cNvPr id="30" name="Up-Down Arrow 29"/>
          <p:cNvSpPr/>
          <p:nvPr/>
        </p:nvSpPr>
        <p:spPr>
          <a:xfrm>
            <a:off x="9335772" y="2366148"/>
            <a:ext cx="874014" cy="914401"/>
          </a:xfrm>
          <a:prstGeom prst="up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itka Text" pitchFamily="2" charset="0"/>
            </a:endParaRPr>
          </a:p>
        </p:txBody>
      </p:sp>
      <p:sp>
        <p:nvSpPr>
          <p:cNvPr id="31" name="TextBox 30"/>
          <p:cNvSpPr txBox="1"/>
          <p:nvPr/>
        </p:nvSpPr>
        <p:spPr>
          <a:xfrm>
            <a:off x="9478776" y="2646684"/>
            <a:ext cx="611886" cy="369332"/>
          </a:xfrm>
          <a:prstGeom prst="rect">
            <a:avLst/>
          </a:prstGeom>
          <a:noFill/>
        </p:spPr>
        <p:txBody>
          <a:bodyPr wrap="square" rtlCol="0">
            <a:spAutoFit/>
          </a:bodyPr>
          <a:lstStyle/>
          <a:p>
            <a:r>
              <a:rPr lang="en-US" dirty="0" smtClean="0">
                <a:latin typeface="Sitka Text" pitchFamily="2" charset="0"/>
              </a:rPr>
              <a:t>PC3</a:t>
            </a:r>
            <a:endParaRPr lang="en-US" dirty="0">
              <a:latin typeface="Sitka Text" pitchFamily="2" charset="0"/>
            </a:endParaRPr>
          </a:p>
        </p:txBody>
      </p:sp>
      <p:sp>
        <p:nvSpPr>
          <p:cNvPr id="32" name="Up-Down Arrow 31"/>
          <p:cNvSpPr/>
          <p:nvPr/>
        </p:nvSpPr>
        <p:spPr>
          <a:xfrm>
            <a:off x="9335772" y="3428948"/>
            <a:ext cx="874014" cy="914401"/>
          </a:xfrm>
          <a:prstGeom prst="up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itka Text" pitchFamily="2" charset="0"/>
            </a:endParaRPr>
          </a:p>
        </p:txBody>
      </p:sp>
      <p:sp>
        <p:nvSpPr>
          <p:cNvPr id="33" name="TextBox 32"/>
          <p:cNvSpPr txBox="1"/>
          <p:nvPr/>
        </p:nvSpPr>
        <p:spPr>
          <a:xfrm>
            <a:off x="9497064" y="3709484"/>
            <a:ext cx="694434" cy="369332"/>
          </a:xfrm>
          <a:prstGeom prst="rect">
            <a:avLst/>
          </a:prstGeom>
          <a:noFill/>
        </p:spPr>
        <p:txBody>
          <a:bodyPr wrap="square" rtlCol="0">
            <a:spAutoFit/>
          </a:bodyPr>
          <a:lstStyle/>
          <a:p>
            <a:r>
              <a:rPr lang="en-US" dirty="0" smtClean="0">
                <a:latin typeface="Sitka Text" pitchFamily="2" charset="0"/>
              </a:rPr>
              <a:t>PC4</a:t>
            </a:r>
            <a:endParaRPr lang="en-US" dirty="0">
              <a:latin typeface="Sitka Text" pitchFamily="2" charset="0"/>
            </a:endParaRPr>
          </a:p>
        </p:txBody>
      </p:sp>
      <p:sp>
        <p:nvSpPr>
          <p:cNvPr id="3" name="TextBox 2"/>
          <p:cNvSpPr txBox="1"/>
          <p:nvPr/>
        </p:nvSpPr>
        <p:spPr>
          <a:xfrm>
            <a:off x="1795617" y="5426518"/>
            <a:ext cx="987771" cy="307777"/>
          </a:xfrm>
          <a:prstGeom prst="rect">
            <a:avLst/>
          </a:prstGeom>
          <a:noFill/>
        </p:spPr>
        <p:txBody>
          <a:bodyPr wrap="none" rtlCol="0">
            <a:spAutoFit/>
          </a:bodyPr>
          <a:lstStyle/>
          <a:p>
            <a:r>
              <a:rPr lang="en-US" sz="1400" dirty="0">
                <a:latin typeface="Sitka Text" pitchFamily="2" charset="0"/>
              </a:rPr>
              <a:t>a</a:t>
            </a:r>
            <a:r>
              <a:rPr lang="en-US" sz="1400" dirty="0" smtClean="0">
                <a:latin typeface="Sitka Text" pitchFamily="2" charset="0"/>
              </a:rPr>
              <a:t>nd so on</a:t>
            </a:r>
            <a:endParaRPr lang="en-US" sz="1400" dirty="0">
              <a:latin typeface="Sitka Text" pitchFamily="2" charset="0"/>
            </a:endParaRPr>
          </a:p>
        </p:txBody>
      </p:sp>
    </p:spTree>
    <p:extLst>
      <p:ext uri="{BB962C8B-B14F-4D97-AF65-F5344CB8AC3E}">
        <p14:creationId xmlns:p14="http://schemas.microsoft.com/office/powerpoint/2010/main" val="5410237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Assessment Plan</a:t>
            </a:r>
            <a:endParaRPr lang="en-US" cap="none" dirty="0">
              <a:latin typeface="Sitka Text" pitchFamily="2" charset="0"/>
            </a:endParaRPr>
          </a:p>
        </p:txBody>
      </p:sp>
      <p:sp>
        <p:nvSpPr>
          <p:cNvPr id="3" name="Content Placeholder 2"/>
          <p:cNvSpPr>
            <a:spLocks noGrp="1"/>
          </p:cNvSpPr>
          <p:nvPr>
            <p:ph idx="1"/>
          </p:nvPr>
        </p:nvSpPr>
        <p:spPr/>
        <p:txBody>
          <a:bodyPr/>
          <a:lstStyle/>
          <a:p>
            <a:endParaRPr lang="en-US" dirty="0"/>
          </a:p>
          <a:p>
            <a:pPr>
              <a:buFont typeface="Wingdings" panose="05000000000000000000" pitchFamily="2" charset="2"/>
              <a:buChar char="Ø"/>
            </a:pPr>
            <a:r>
              <a:rPr lang="en-US" sz="2400" dirty="0" smtClean="0">
                <a:latin typeface="Sitka Text" pitchFamily="2" charset="0"/>
              </a:rPr>
              <a:t> Attendance </a:t>
            </a:r>
            <a:r>
              <a:rPr lang="en-US" sz="2400" dirty="0">
                <a:latin typeface="Sitka Text" pitchFamily="2" charset="0"/>
              </a:rPr>
              <a:t>and Class Participation: 5% </a:t>
            </a:r>
          </a:p>
          <a:p>
            <a:pPr>
              <a:buFont typeface="Wingdings" panose="05000000000000000000" pitchFamily="2" charset="2"/>
              <a:buChar char="Ø"/>
            </a:pPr>
            <a:r>
              <a:rPr lang="en-US" sz="2400" dirty="0" smtClean="0">
                <a:latin typeface="Sitka Text" pitchFamily="2" charset="0"/>
              </a:rPr>
              <a:t> Assignments</a:t>
            </a:r>
            <a:r>
              <a:rPr lang="en-US" sz="2400" dirty="0">
                <a:latin typeface="Sitka Text" pitchFamily="2" charset="0"/>
              </a:rPr>
              <a:t>: 10% </a:t>
            </a:r>
            <a:r>
              <a:rPr lang="en-US" sz="2400" dirty="0" smtClean="0">
                <a:latin typeface="Sitka Text" pitchFamily="2" charset="0"/>
              </a:rPr>
              <a:t>[Research Paper Presentation]</a:t>
            </a:r>
            <a:endParaRPr lang="en-US" sz="2400" dirty="0">
              <a:latin typeface="Sitka Text" pitchFamily="2" charset="0"/>
            </a:endParaRPr>
          </a:p>
          <a:p>
            <a:pPr>
              <a:buFont typeface="Wingdings" panose="05000000000000000000" pitchFamily="2" charset="2"/>
              <a:buChar char="Ø"/>
            </a:pPr>
            <a:r>
              <a:rPr lang="en-US" sz="2400" dirty="0" smtClean="0">
                <a:latin typeface="Sitka Text" pitchFamily="2" charset="0"/>
              </a:rPr>
              <a:t> Mid-term </a:t>
            </a:r>
            <a:r>
              <a:rPr lang="en-US" sz="2400" dirty="0">
                <a:latin typeface="Sitka Text" pitchFamily="2" charset="0"/>
              </a:rPr>
              <a:t>Examination: 20% </a:t>
            </a:r>
          </a:p>
          <a:p>
            <a:pPr>
              <a:buFont typeface="Wingdings" panose="05000000000000000000" pitchFamily="2" charset="2"/>
              <a:buChar char="Ø"/>
            </a:pPr>
            <a:r>
              <a:rPr lang="en-US" sz="2400" dirty="0" smtClean="0">
                <a:latin typeface="Sitka Text" pitchFamily="2" charset="0"/>
              </a:rPr>
              <a:t> End-term </a:t>
            </a:r>
            <a:r>
              <a:rPr lang="en-US" sz="2400" dirty="0">
                <a:latin typeface="Sitka Text" pitchFamily="2" charset="0"/>
              </a:rPr>
              <a:t>Examination: </a:t>
            </a:r>
            <a:r>
              <a:rPr lang="en-US" sz="2400" dirty="0" smtClean="0">
                <a:latin typeface="Sitka Text" pitchFamily="2" charset="0"/>
              </a:rPr>
              <a:t>25% </a:t>
            </a:r>
            <a:endParaRPr lang="en-US" sz="2400" dirty="0">
              <a:latin typeface="Sitka Text" pitchFamily="2" charset="0"/>
            </a:endParaRPr>
          </a:p>
          <a:p>
            <a:pPr>
              <a:buFont typeface="Wingdings" panose="05000000000000000000" pitchFamily="2" charset="2"/>
              <a:buChar char="Ø"/>
            </a:pPr>
            <a:r>
              <a:rPr lang="en-US" sz="2400" dirty="0" smtClean="0">
                <a:latin typeface="Sitka Text" pitchFamily="2" charset="0"/>
              </a:rPr>
              <a:t> Class </a:t>
            </a:r>
            <a:r>
              <a:rPr lang="en-US" sz="2400" dirty="0">
                <a:latin typeface="Sitka Text" pitchFamily="2" charset="0"/>
              </a:rPr>
              <a:t>Project: </a:t>
            </a:r>
            <a:r>
              <a:rPr lang="en-US" sz="2400" dirty="0" smtClean="0">
                <a:latin typeface="Sitka Text" pitchFamily="2" charset="0"/>
              </a:rPr>
              <a:t>40% [Modality-specific Project Component]</a:t>
            </a:r>
            <a:endParaRPr lang="en-US" sz="2400" dirty="0">
              <a:latin typeface="Sitka Text" pitchFamily="2" charset="0"/>
            </a:endParaRPr>
          </a:p>
          <a:p>
            <a:endParaRPr lang="en-US" dirty="0"/>
          </a:p>
        </p:txBody>
      </p:sp>
    </p:spTree>
    <p:extLst>
      <p:ext uri="{BB962C8B-B14F-4D97-AF65-F5344CB8AC3E}">
        <p14:creationId xmlns:p14="http://schemas.microsoft.com/office/powerpoint/2010/main" val="35839780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none" dirty="0" smtClean="0">
                <a:solidFill>
                  <a:schemeClr val="tx1"/>
                </a:solidFill>
                <a:latin typeface="Sitka Text" pitchFamily="2" charset="0"/>
              </a:rPr>
              <a:t>Market Scenario and Career Opportunities</a:t>
            </a:r>
            <a:endParaRPr lang="en-US" cap="none" dirty="0">
              <a:solidFill>
                <a:schemeClr val="tx1"/>
              </a:solidFill>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2374127" y="2084832"/>
            <a:ext cx="7020074" cy="3797363"/>
          </a:xfrm>
          <a:prstGeom prst="rect">
            <a:avLst/>
          </a:prstGeom>
        </p:spPr>
      </p:pic>
      <p:sp>
        <p:nvSpPr>
          <p:cNvPr id="5" name="Rectangle 4"/>
          <p:cNvSpPr/>
          <p:nvPr/>
        </p:nvSpPr>
        <p:spPr>
          <a:xfrm>
            <a:off x="1797172" y="6471302"/>
            <a:ext cx="7077456" cy="261610"/>
          </a:xfrm>
          <a:prstGeom prst="rect">
            <a:avLst/>
          </a:prstGeom>
        </p:spPr>
        <p:txBody>
          <a:bodyPr wrap="square">
            <a:spAutoFit/>
          </a:bodyPr>
          <a:lstStyle/>
          <a:p>
            <a:r>
              <a:rPr lang="en-US" sz="1100" dirty="0">
                <a:latin typeface="Sitka Text" pitchFamily="2" charset="0"/>
              </a:rPr>
              <a:t>https://www.marketsandmarkets.com/Market-Reports/artificial-intelligence-market-74851580.html</a:t>
            </a:r>
          </a:p>
        </p:txBody>
      </p:sp>
      <p:cxnSp>
        <p:nvCxnSpPr>
          <p:cNvPr id="6" name="Straight Connector 5"/>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396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solidFill>
                  <a:schemeClr val="tx1"/>
                </a:solidFill>
                <a:latin typeface="Sitka Text" pitchFamily="2" charset="0"/>
              </a:rPr>
              <a:t>Market Scenario and Career Opportunities</a:t>
            </a:r>
            <a:endParaRPr lang="en-US" cap="none" dirty="0">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2590245" y="2094010"/>
            <a:ext cx="6587838" cy="4022725"/>
          </a:xfrm>
          <a:prstGeom prst="rect">
            <a:avLst/>
          </a:prstGeom>
        </p:spPr>
      </p:pic>
      <p:sp>
        <p:nvSpPr>
          <p:cNvPr id="5" name="Rectangle 4"/>
          <p:cNvSpPr/>
          <p:nvPr/>
        </p:nvSpPr>
        <p:spPr>
          <a:xfrm>
            <a:off x="1797172" y="6471302"/>
            <a:ext cx="7077456" cy="261610"/>
          </a:xfrm>
          <a:prstGeom prst="rect">
            <a:avLst/>
          </a:prstGeom>
        </p:spPr>
        <p:txBody>
          <a:bodyPr wrap="square">
            <a:spAutoFit/>
          </a:bodyPr>
          <a:lstStyle/>
          <a:p>
            <a:r>
              <a:rPr lang="en-US" sz="1100" dirty="0">
                <a:latin typeface="Sitka Text" pitchFamily="2" charset="0"/>
              </a:rPr>
              <a:t>https://www.marketsandmarkets.com/Market-Reports/artificial-intelligence-market-74851580.html</a:t>
            </a:r>
          </a:p>
        </p:txBody>
      </p:sp>
      <p:cxnSp>
        <p:nvCxnSpPr>
          <p:cNvPr id="6" name="Straight Connector 5"/>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202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smtClean="0">
                <a:solidFill>
                  <a:schemeClr val="tx1"/>
                </a:solidFill>
                <a:latin typeface="Sitka Heading Semibold" pitchFamily="2" charset="0"/>
              </a:rPr>
              <a:t>Market Scenario And Career Opportunities</a:t>
            </a:r>
            <a:endParaRPr lang="en-US" cap="none" dirty="0"/>
          </a:p>
        </p:txBody>
      </p:sp>
      <p:pic>
        <p:nvPicPr>
          <p:cNvPr id="4" name="Content Placeholder 3"/>
          <p:cNvPicPr>
            <a:picLocks noGrp="1" noChangeAspect="1"/>
          </p:cNvPicPr>
          <p:nvPr>
            <p:ph idx="1"/>
          </p:nvPr>
        </p:nvPicPr>
        <p:blipFill>
          <a:blip r:embed="rId3"/>
          <a:stretch>
            <a:fillRect/>
          </a:stretch>
        </p:blipFill>
        <p:spPr>
          <a:xfrm>
            <a:off x="3787165" y="1957897"/>
            <a:ext cx="7627951" cy="4057893"/>
          </a:xfrm>
          <a:prstGeom prst="rect">
            <a:avLst/>
          </a:prstGeom>
        </p:spPr>
      </p:pic>
      <p:sp>
        <p:nvSpPr>
          <p:cNvPr id="5" name="Rectangle 4"/>
          <p:cNvSpPr/>
          <p:nvPr/>
        </p:nvSpPr>
        <p:spPr>
          <a:xfrm>
            <a:off x="1941095" y="6487971"/>
            <a:ext cx="6938210" cy="261610"/>
          </a:xfrm>
          <a:prstGeom prst="rect">
            <a:avLst/>
          </a:prstGeom>
        </p:spPr>
        <p:txBody>
          <a:bodyPr wrap="square">
            <a:spAutoFit/>
          </a:bodyPr>
          <a:lstStyle/>
          <a:p>
            <a:r>
              <a:rPr lang="en-US" sz="1100" dirty="0">
                <a:latin typeface="Sitka Text" pitchFamily="2" charset="0"/>
              </a:rPr>
              <a:t>https://www.grandviewresearch.com/industry-analysis/artificial-intelligence-ai-healthcare-market</a:t>
            </a:r>
          </a:p>
        </p:txBody>
      </p:sp>
      <p:cxnSp>
        <p:nvCxnSpPr>
          <p:cNvPr id="6" name="Straight Connector 5"/>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28862" y="4399366"/>
            <a:ext cx="3690434" cy="923330"/>
          </a:xfrm>
          <a:prstGeom prst="rect">
            <a:avLst/>
          </a:prstGeom>
        </p:spPr>
        <p:txBody>
          <a:bodyPr wrap="none">
            <a:spAutoFit/>
          </a:bodyPr>
          <a:lstStyle/>
          <a:p>
            <a:pPr marL="285750" indent="-285750">
              <a:buFont typeface="Arial" panose="020B0604020202020204" pitchFamily="34" charset="0"/>
              <a:buChar char="•"/>
            </a:pPr>
            <a:r>
              <a:rPr lang="en-US" dirty="0">
                <a:solidFill>
                  <a:srgbClr val="000000"/>
                </a:solidFill>
                <a:latin typeface="Sitka Text" pitchFamily="2" charset="0"/>
                <a:ea typeface="Calibri" panose="020F0502020204030204" pitchFamily="34" charset="0"/>
                <a:cs typeface="Times New Roman" panose="02020603050405020304" pitchFamily="18" charset="0"/>
              </a:rPr>
              <a:t>AI-driven predictive </a:t>
            </a:r>
            <a:r>
              <a:rPr lang="en-US" dirty="0" smtClean="0">
                <a:solidFill>
                  <a:srgbClr val="000000"/>
                </a:solidFill>
                <a:latin typeface="Sitka Text" pitchFamily="2" charset="0"/>
                <a:ea typeface="Calibri" panose="020F0502020204030204" pitchFamily="34" charset="0"/>
                <a:cs typeface="Times New Roman" panose="02020603050405020304" pitchFamily="18" charset="0"/>
              </a:rPr>
              <a:t>analytics</a:t>
            </a:r>
          </a:p>
          <a:p>
            <a:pPr marL="285750" indent="-285750">
              <a:buFont typeface="Arial" panose="020B0604020202020204" pitchFamily="34" charset="0"/>
              <a:buChar char="•"/>
            </a:pPr>
            <a:endParaRPr lang="en-US" dirty="0">
              <a:solidFill>
                <a:srgbClr val="000000"/>
              </a:solidFill>
              <a:latin typeface="Sitka Text" pitchFamily="2"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dirty="0" smtClean="0">
                <a:solidFill>
                  <a:srgbClr val="000000"/>
                </a:solidFill>
                <a:latin typeface="Sitka Text" pitchFamily="2" charset="0"/>
                <a:ea typeface="Calibri" panose="020F0502020204030204" pitchFamily="34" charset="0"/>
                <a:cs typeface="Times New Roman" panose="02020603050405020304" pitchFamily="18" charset="0"/>
              </a:rPr>
              <a:t>Telemedicine </a:t>
            </a:r>
            <a:endParaRPr lang="en-US" dirty="0"/>
          </a:p>
        </p:txBody>
      </p:sp>
    </p:spTree>
    <p:extLst>
      <p:ext uri="{BB962C8B-B14F-4D97-AF65-F5344CB8AC3E}">
        <p14:creationId xmlns:p14="http://schemas.microsoft.com/office/powerpoint/2010/main" val="6223578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940298" y="640398"/>
            <a:ext cx="7916396" cy="1293028"/>
          </a:xfrm>
        </p:spPr>
        <p:txBody>
          <a:bodyPr/>
          <a:lstStyle/>
          <a:p>
            <a:r>
              <a:rPr lang="en-US" cap="none" dirty="0" smtClean="0">
                <a:solidFill>
                  <a:schemeClr val="tx1"/>
                </a:solidFill>
                <a:latin typeface="Sitka Subheading Semibold" pitchFamily="2" charset="0"/>
              </a:rPr>
              <a:t>Computer Vision</a:t>
            </a:r>
            <a:endParaRPr lang="en-US" cap="none" dirty="0">
              <a:solidFill>
                <a:schemeClr val="tx1"/>
              </a:solidFill>
              <a:latin typeface="Sitka Subheading Semibold" pitchFamily="2" charset="0"/>
            </a:endParaRPr>
          </a:p>
        </p:txBody>
      </p:sp>
      <p:pic>
        <p:nvPicPr>
          <p:cNvPr id="22530" name="Picture 2" descr="Review of Deep Learning Algorithms for Object Detection | by Arthur  Ouaknine | Zyl Story | Medium">
            <a:extLst>
              <a:ext uri="{FF2B5EF4-FFF2-40B4-BE49-F238E27FC236}">
                <a16:creationId xmlns:a16="http://schemas.microsoft.com/office/drawing/2014/main" id="{AEB70F2C-0C48-A94D-A06A-E632773E3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381" y="2079216"/>
            <a:ext cx="6756469" cy="28090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940298" y="5668415"/>
            <a:ext cx="6839399" cy="646331"/>
          </a:xfrm>
          <a:prstGeom prst="rect">
            <a:avLst/>
          </a:prstGeom>
        </p:spPr>
        <p:txBody>
          <a:bodyPr wrap="square">
            <a:spAutoFit/>
          </a:bodyPr>
          <a:lstStyle/>
          <a:p>
            <a:pPr marL="285750" indent="-285750">
              <a:buFont typeface="Arial" panose="020B0604020202020204" pitchFamily="34" charset="0"/>
              <a:buChar char="•"/>
            </a:pPr>
            <a:r>
              <a:rPr lang="en-US" dirty="0" smtClean="0">
                <a:solidFill>
                  <a:srgbClr val="000000"/>
                </a:solidFill>
                <a:latin typeface="Sitka Text" pitchFamily="2" charset="0"/>
                <a:ea typeface="Calibri" panose="020F0502020204030204" pitchFamily="34" charset="0"/>
                <a:cs typeface="Times New Roman" panose="02020603050405020304" pitchFamily="18" charset="0"/>
              </a:rPr>
              <a:t>Well-defined boundary </a:t>
            </a:r>
            <a:r>
              <a:rPr lang="en-US" dirty="0">
                <a:solidFill>
                  <a:srgbClr val="000000"/>
                </a:solidFill>
                <a:latin typeface="Sitka Text" pitchFamily="2" charset="0"/>
                <a:ea typeface="Calibri" panose="020F0502020204030204" pitchFamily="34" charset="0"/>
                <a:cs typeface="Times New Roman" panose="02020603050405020304" pitchFamily="18" charset="0"/>
              </a:rPr>
              <a:t>between the object </a:t>
            </a:r>
            <a:r>
              <a:rPr lang="en-US" dirty="0" smtClean="0">
                <a:solidFill>
                  <a:srgbClr val="000000"/>
                </a:solidFill>
                <a:latin typeface="Sitka Text" pitchFamily="2" charset="0"/>
                <a:ea typeface="Calibri" panose="020F0502020204030204" pitchFamily="34" charset="0"/>
                <a:cs typeface="Times New Roman" panose="02020603050405020304" pitchFamily="18" charset="0"/>
              </a:rPr>
              <a:t>and background</a:t>
            </a:r>
          </a:p>
          <a:p>
            <a:pPr marL="285750" indent="-285750">
              <a:buFont typeface="Arial" panose="020B0604020202020204" pitchFamily="34" charset="0"/>
              <a:buChar char="•"/>
            </a:pPr>
            <a:r>
              <a:rPr lang="en-US" dirty="0" smtClean="0">
                <a:latin typeface="Sitka Text" pitchFamily="2" charset="0"/>
              </a:rPr>
              <a:t>Straightforward application</a:t>
            </a:r>
            <a:endParaRPr lang="en-US" dirty="0">
              <a:latin typeface="Sitka Text" pitchFamily="2" charset="0"/>
            </a:endParaRPr>
          </a:p>
        </p:txBody>
      </p:sp>
      <p:sp>
        <p:nvSpPr>
          <p:cNvPr id="4" name="TextBox 3"/>
          <p:cNvSpPr txBox="1"/>
          <p:nvPr/>
        </p:nvSpPr>
        <p:spPr>
          <a:xfrm>
            <a:off x="3145283" y="5035456"/>
            <a:ext cx="5522666" cy="338554"/>
          </a:xfrm>
          <a:prstGeom prst="rect">
            <a:avLst/>
          </a:prstGeom>
          <a:noFill/>
        </p:spPr>
        <p:txBody>
          <a:bodyPr wrap="none" rtlCol="0">
            <a:spAutoFit/>
          </a:bodyPr>
          <a:lstStyle/>
          <a:p>
            <a:pPr algn="ctr"/>
            <a:r>
              <a:rPr lang="en-US" sz="1600" dirty="0" smtClean="0">
                <a:latin typeface="Sitka Text" pitchFamily="2" charset="0"/>
              </a:rPr>
              <a:t>Computer Vision Techniques Applied to General Images</a:t>
            </a:r>
            <a:endParaRPr lang="en-US" sz="1600" dirty="0">
              <a:latin typeface="Sitka Text" pitchFamily="2" charset="0"/>
            </a:endParaRPr>
          </a:p>
        </p:txBody>
      </p:sp>
      <p:sp>
        <p:nvSpPr>
          <p:cNvPr id="6" name="Rectangle 5"/>
          <p:cNvSpPr/>
          <p:nvPr/>
        </p:nvSpPr>
        <p:spPr>
          <a:xfrm>
            <a:off x="1428064" y="6500882"/>
            <a:ext cx="9677400" cy="276999"/>
          </a:xfrm>
          <a:prstGeom prst="rect">
            <a:avLst/>
          </a:prstGeom>
        </p:spPr>
        <p:txBody>
          <a:bodyPr wrap="square">
            <a:spAutoFit/>
          </a:bodyPr>
          <a:lstStyle/>
          <a:p>
            <a:r>
              <a:rPr lang="en-US" sz="1200" dirty="0">
                <a:latin typeface="Sitka Text" pitchFamily="2" charset="0"/>
              </a:rPr>
              <a:t>https://www.google.com/</a:t>
            </a:r>
          </a:p>
        </p:txBody>
      </p:sp>
      <p:cxnSp>
        <p:nvCxnSpPr>
          <p:cNvPr id="7" name="Straight Connector 6"/>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1539360" y="1118880"/>
              <a:ext cx="7507800" cy="5266080"/>
            </p14:xfrm>
          </p:contentPart>
        </mc:Choice>
        <mc:Fallback xmlns="">
          <p:pic>
            <p:nvPicPr>
              <p:cNvPr id="5" name="Ink 4"/>
              <p:cNvPicPr/>
              <p:nvPr/>
            </p:nvPicPr>
            <p:blipFill>
              <a:blip r:embed="rId5"/>
              <a:stretch>
                <a:fillRect/>
              </a:stretch>
            </p:blipFill>
            <p:spPr>
              <a:xfrm>
                <a:off x="1532160" y="1109520"/>
                <a:ext cx="7525080" cy="5281560"/>
              </a:xfrm>
              <a:prstGeom prst="rect">
                <a:avLst/>
              </a:prstGeom>
            </p:spPr>
          </p:pic>
        </mc:Fallback>
      </mc:AlternateContent>
    </p:spTree>
    <p:extLst>
      <p:ext uri="{BB962C8B-B14F-4D97-AF65-F5344CB8AC3E}">
        <p14:creationId xmlns:p14="http://schemas.microsoft.com/office/powerpoint/2010/main" val="34112967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solidFill>
                  <a:schemeClr val="tx1"/>
                </a:solidFill>
                <a:latin typeface="Sitka Subheading Semibold" pitchFamily="2" charset="0"/>
              </a:rPr>
              <a:t>Computer Vision</a:t>
            </a:r>
            <a:endParaRPr lang="en-US" dirty="0"/>
          </a:p>
        </p:txBody>
      </p:sp>
      <p:sp>
        <p:nvSpPr>
          <p:cNvPr id="4" name="AutoShape 14"/>
          <p:cNvSpPr>
            <a:spLocks noChangeArrowheads="1"/>
          </p:cNvSpPr>
          <p:nvPr/>
        </p:nvSpPr>
        <p:spPr bwMode="auto">
          <a:xfrm>
            <a:off x="1717982" y="3335775"/>
            <a:ext cx="8786813" cy="885825"/>
          </a:xfrm>
          <a:prstGeom prst="rightArrow">
            <a:avLst>
              <a:gd name="adj1" fmla="val 53046"/>
              <a:gd name="adj2" fmla="val 82937"/>
            </a:avLst>
          </a:prstGeom>
          <a:solidFill>
            <a:schemeClr val="accent2">
              <a:lumMod val="75000"/>
            </a:schemeClr>
          </a:solidFill>
          <a:ln w="12700">
            <a:solidFill>
              <a:schemeClr val="accent6">
                <a:lumMod val="60000"/>
                <a:lumOff val="40000"/>
              </a:schemeClr>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400">
              <a:latin typeface="Sitka Text" pitchFamily="2" charset="0"/>
            </a:endParaRPr>
          </a:p>
        </p:txBody>
      </p:sp>
      <p:grpSp>
        <p:nvGrpSpPr>
          <p:cNvPr id="5" name="Group 12"/>
          <p:cNvGrpSpPr>
            <a:grpSpLocks/>
          </p:cNvGrpSpPr>
          <p:nvPr/>
        </p:nvGrpSpPr>
        <p:grpSpPr bwMode="auto">
          <a:xfrm>
            <a:off x="2018020" y="2926979"/>
            <a:ext cx="2587625" cy="1611313"/>
            <a:chOff x="252" y="1413"/>
            <a:chExt cx="1476" cy="1015"/>
          </a:xfrm>
        </p:grpSpPr>
        <p:sp>
          <p:nvSpPr>
            <p:cNvPr id="6" name="Text Box 4"/>
            <p:cNvSpPr txBox="1">
              <a:spLocks noChangeArrowheads="1"/>
            </p:cNvSpPr>
            <p:nvPr/>
          </p:nvSpPr>
          <p:spPr bwMode="auto">
            <a:xfrm>
              <a:off x="252" y="1413"/>
              <a:ext cx="1476" cy="194"/>
            </a:xfrm>
            <a:prstGeom prst="rect">
              <a:avLst/>
            </a:prstGeom>
            <a:solidFill>
              <a:schemeClr val="bg1">
                <a:alpha val="70195"/>
              </a:schemeClr>
            </a:solidFill>
            <a:ln w="12700">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IE" altLang="en-US" sz="1400" b="1" dirty="0">
                  <a:latin typeface="Sitka Text" pitchFamily="2" charset="0"/>
                </a:rPr>
                <a:t>Low Level Process</a:t>
              </a:r>
              <a:endParaRPr lang="en-US" altLang="en-US" sz="1400" b="1" dirty="0">
                <a:latin typeface="Sitka Text" pitchFamily="2" charset="0"/>
              </a:endParaRPr>
            </a:p>
          </p:txBody>
        </p:sp>
        <p:sp>
          <p:nvSpPr>
            <p:cNvPr id="7" name="Text Box 7"/>
            <p:cNvSpPr txBox="1">
              <a:spLocks noChangeArrowheads="1"/>
            </p:cNvSpPr>
            <p:nvPr/>
          </p:nvSpPr>
          <p:spPr bwMode="auto">
            <a:xfrm>
              <a:off x="252" y="1648"/>
              <a:ext cx="1476" cy="780"/>
            </a:xfrm>
            <a:prstGeom prst="rect">
              <a:avLst/>
            </a:prstGeom>
            <a:solidFill>
              <a:schemeClr val="bg1">
                <a:alpha val="70195"/>
              </a:schemeClr>
            </a:solidFill>
            <a:ln w="12700">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IE" altLang="en-US" sz="1400" b="1" dirty="0">
                  <a:latin typeface="Sitka Text" pitchFamily="2" charset="0"/>
                </a:rPr>
                <a:t>Input:</a:t>
              </a:r>
              <a:r>
                <a:rPr lang="en-IE" altLang="en-US" sz="1400" dirty="0">
                  <a:latin typeface="Sitka Text" pitchFamily="2" charset="0"/>
                </a:rPr>
                <a:t> Image</a:t>
              </a:r>
              <a:br>
                <a:rPr lang="en-IE" altLang="en-US" sz="1400" dirty="0">
                  <a:latin typeface="Sitka Text" pitchFamily="2" charset="0"/>
                </a:rPr>
              </a:br>
              <a:r>
                <a:rPr lang="en-IE" altLang="en-US" sz="1400" b="1" dirty="0">
                  <a:latin typeface="Sitka Text" pitchFamily="2" charset="0"/>
                </a:rPr>
                <a:t>Output:</a:t>
              </a:r>
              <a:r>
                <a:rPr lang="en-IE" altLang="en-US" sz="1400" dirty="0">
                  <a:latin typeface="Sitka Text" pitchFamily="2" charset="0"/>
                </a:rPr>
                <a:t> Image</a:t>
              </a:r>
            </a:p>
            <a:p>
              <a:pPr eaLnBrk="1" hangingPunct="1">
                <a:spcBef>
                  <a:spcPct val="50000"/>
                </a:spcBef>
                <a:buFontTx/>
                <a:buNone/>
              </a:pPr>
              <a:r>
                <a:rPr lang="en-IE" altLang="en-US" sz="1400" b="1" dirty="0">
                  <a:latin typeface="Sitka Text" pitchFamily="2" charset="0"/>
                </a:rPr>
                <a:t>Examples:</a:t>
              </a:r>
              <a:r>
                <a:rPr lang="en-IE" altLang="en-US" sz="1400" dirty="0">
                  <a:latin typeface="Sitka Text" pitchFamily="2" charset="0"/>
                </a:rPr>
                <a:t> Noise removal, image sharpening</a:t>
              </a:r>
              <a:endParaRPr lang="en-US" altLang="en-US" sz="1400" dirty="0">
                <a:latin typeface="Sitka Text" pitchFamily="2" charset="0"/>
              </a:endParaRPr>
            </a:p>
          </p:txBody>
        </p:sp>
      </p:grpSp>
      <p:sp>
        <p:nvSpPr>
          <p:cNvPr id="8" name="Text Box 9"/>
          <p:cNvSpPr txBox="1">
            <a:spLocks noChangeArrowheads="1"/>
          </p:cNvSpPr>
          <p:nvPr/>
        </p:nvSpPr>
        <p:spPr bwMode="auto">
          <a:xfrm>
            <a:off x="4826307" y="3300042"/>
            <a:ext cx="2587625" cy="1238254"/>
          </a:xfrm>
          <a:prstGeom prst="rect">
            <a:avLst/>
          </a:prstGeom>
          <a:solidFill>
            <a:schemeClr val="bg1">
              <a:alpha val="70195"/>
            </a:schemeClr>
          </a:solidFill>
          <a:ln w="12700">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IE" altLang="en-US" sz="1400" b="1" dirty="0">
                <a:latin typeface="Sitka Text" pitchFamily="2" charset="0"/>
              </a:rPr>
              <a:t>Input:</a:t>
            </a:r>
            <a:r>
              <a:rPr lang="en-IE" altLang="en-US" sz="1400" dirty="0">
                <a:latin typeface="Sitka Text" pitchFamily="2" charset="0"/>
              </a:rPr>
              <a:t> Image </a:t>
            </a:r>
            <a:br>
              <a:rPr lang="en-IE" altLang="en-US" sz="1400" dirty="0">
                <a:latin typeface="Sitka Text" pitchFamily="2" charset="0"/>
              </a:rPr>
            </a:br>
            <a:r>
              <a:rPr lang="en-IE" altLang="en-US" sz="1400" b="1" dirty="0">
                <a:latin typeface="Sitka Text" pitchFamily="2" charset="0"/>
              </a:rPr>
              <a:t>Output:</a:t>
            </a:r>
            <a:r>
              <a:rPr lang="en-IE" altLang="en-US" sz="1400" dirty="0">
                <a:latin typeface="Sitka Text" pitchFamily="2" charset="0"/>
              </a:rPr>
              <a:t> Attributes</a:t>
            </a:r>
          </a:p>
          <a:p>
            <a:pPr eaLnBrk="1" hangingPunct="1">
              <a:spcBef>
                <a:spcPct val="50000"/>
              </a:spcBef>
              <a:buFontTx/>
              <a:buNone/>
            </a:pPr>
            <a:r>
              <a:rPr lang="en-IE" altLang="en-US" sz="1400" b="1" dirty="0">
                <a:latin typeface="Sitka Text" pitchFamily="2" charset="0"/>
              </a:rPr>
              <a:t>Examples:</a:t>
            </a:r>
            <a:r>
              <a:rPr lang="en-IE" altLang="en-US" sz="1400" dirty="0">
                <a:latin typeface="Sitka Text" pitchFamily="2" charset="0"/>
              </a:rPr>
              <a:t> Object recognition, segmentation</a:t>
            </a:r>
            <a:endParaRPr lang="en-US" altLang="en-US" sz="1400" dirty="0">
              <a:latin typeface="Sitka Text" pitchFamily="2" charset="0"/>
            </a:endParaRPr>
          </a:p>
        </p:txBody>
      </p:sp>
      <p:grpSp>
        <p:nvGrpSpPr>
          <p:cNvPr id="9" name="Group 13"/>
          <p:cNvGrpSpPr>
            <a:grpSpLocks/>
          </p:cNvGrpSpPr>
          <p:nvPr/>
        </p:nvGrpSpPr>
        <p:grpSpPr bwMode="auto">
          <a:xfrm>
            <a:off x="7636182" y="2926981"/>
            <a:ext cx="2586038" cy="1611314"/>
            <a:chOff x="3719" y="1352"/>
            <a:chExt cx="1476" cy="1015"/>
          </a:xfrm>
        </p:grpSpPr>
        <p:sp>
          <p:nvSpPr>
            <p:cNvPr id="10" name="Text Box 6"/>
            <p:cNvSpPr txBox="1">
              <a:spLocks noChangeArrowheads="1"/>
            </p:cNvSpPr>
            <p:nvPr/>
          </p:nvSpPr>
          <p:spPr bwMode="auto">
            <a:xfrm>
              <a:off x="3719" y="1352"/>
              <a:ext cx="1476" cy="194"/>
            </a:xfrm>
            <a:prstGeom prst="rect">
              <a:avLst/>
            </a:prstGeom>
            <a:solidFill>
              <a:schemeClr val="bg1">
                <a:alpha val="70195"/>
              </a:schemeClr>
            </a:solidFill>
            <a:ln w="12700">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IE" altLang="en-US" sz="1400" b="1">
                  <a:latin typeface="Sitka Text" pitchFamily="2" charset="0"/>
                </a:rPr>
                <a:t>High Level Process</a:t>
              </a:r>
              <a:endParaRPr lang="en-US" altLang="en-US" sz="1400" b="1">
                <a:latin typeface="Sitka Text" pitchFamily="2" charset="0"/>
              </a:endParaRPr>
            </a:p>
          </p:txBody>
        </p:sp>
        <p:sp>
          <p:nvSpPr>
            <p:cNvPr id="11" name="Text Box 10"/>
            <p:cNvSpPr txBox="1">
              <a:spLocks noChangeArrowheads="1"/>
            </p:cNvSpPr>
            <p:nvPr/>
          </p:nvSpPr>
          <p:spPr bwMode="auto">
            <a:xfrm>
              <a:off x="3719" y="1587"/>
              <a:ext cx="1476" cy="780"/>
            </a:xfrm>
            <a:prstGeom prst="rect">
              <a:avLst/>
            </a:prstGeom>
            <a:solidFill>
              <a:schemeClr val="bg1">
                <a:alpha val="70195"/>
              </a:schemeClr>
            </a:solidFill>
            <a:ln w="12700">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IE" altLang="en-US" sz="1400" b="1" dirty="0">
                  <a:latin typeface="Sitka Text" pitchFamily="2" charset="0"/>
                </a:rPr>
                <a:t>Input: </a:t>
              </a:r>
              <a:r>
                <a:rPr lang="en-IE" altLang="en-US" sz="1400" dirty="0">
                  <a:latin typeface="Sitka Text" pitchFamily="2" charset="0"/>
                </a:rPr>
                <a:t>Attributes  </a:t>
              </a:r>
              <a:r>
                <a:rPr lang="en-IE" altLang="en-US" sz="1400" dirty="0" smtClean="0">
                  <a:latin typeface="Sitka Text" pitchFamily="2" charset="0"/>
                </a:rPr>
                <a:t>    </a:t>
              </a:r>
              <a:r>
                <a:rPr lang="en-IE" altLang="en-US" sz="1400" b="1" dirty="0" smtClean="0">
                  <a:latin typeface="Sitka Text" pitchFamily="2" charset="0"/>
                </a:rPr>
                <a:t>Output</a:t>
              </a:r>
              <a:r>
                <a:rPr lang="en-IE" altLang="en-US" sz="1400" b="1" dirty="0">
                  <a:latin typeface="Sitka Text" pitchFamily="2" charset="0"/>
                </a:rPr>
                <a:t>:</a:t>
              </a:r>
              <a:r>
                <a:rPr lang="en-IE" altLang="en-US" sz="1400" dirty="0">
                  <a:latin typeface="Sitka Text" pitchFamily="2" charset="0"/>
                </a:rPr>
                <a:t> Understanding</a:t>
              </a:r>
            </a:p>
            <a:p>
              <a:pPr>
                <a:spcBef>
                  <a:spcPct val="50000"/>
                </a:spcBef>
                <a:buNone/>
              </a:pPr>
              <a:r>
                <a:rPr lang="en-IE" altLang="en-US" sz="1400" b="1" dirty="0">
                  <a:latin typeface="Sitka Text" pitchFamily="2" charset="0"/>
                </a:rPr>
                <a:t>Examples: </a:t>
              </a:r>
              <a:r>
                <a:rPr lang="en-IE" altLang="en-US" sz="1400" dirty="0">
                  <a:latin typeface="Sitka Text" pitchFamily="2" charset="0"/>
                </a:rPr>
                <a:t>Scene understanding, autonomous navigation, decision-making  </a:t>
              </a:r>
              <a:endParaRPr lang="en-US" altLang="en-US" sz="1400" dirty="0">
                <a:latin typeface="Sitka Text" pitchFamily="2" charset="0"/>
              </a:endParaRPr>
            </a:p>
          </p:txBody>
        </p:sp>
      </p:grpSp>
      <p:sp>
        <p:nvSpPr>
          <p:cNvPr id="12" name="Text Box 4"/>
          <p:cNvSpPr txBox="1">
            <a:spLocks noChangeArrowheads="1"/>
          </p:cNvSpPr>
          <p:nvPr/>
        </p:nvSpPr>
        <p:spPr bwMode="auto">
          <a:xfrm>
            <a:off x="4826307" y="2926979"/>
            <a:ext cx="2587625" cy="307975"/>
          </a:xfrm>
          <a:prstGeom prst="rect">
            <a:avLst/>
          </a:prstGeom>
          <a:solidFill>
            <a:schemeClr val="bg1">
              <a:alpha val="70195"/>
            </a:schemeClr>
          </a:solidFill>
          <a:ln w="12700">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IE" altLang="en-US" sz="1400" b="1" dirty="0" smtClean="0">
                <a:latin typeface="Sitka Text" pitchFamily="2" charset="0"/>
              </a:rPr>
              <a:t>Mid </a:t>
            </a:r>
            <a:r>
              <a:rPr lang="en-IE" altLang="en-US" sz="1400" b="1" dirty="0">
                <a:latin typeface="Sitka Text" pitchFamily="2" charset="0"/>
              </a:rPr>
              <a:t>Level Process</a:t>
            </a:r>
            <a:endParaRPr lang="en-US" altLang="en-US" sz="1400" b="1" dirty="0">
              <a:latin typeface="Sitka Text" pitchFamily="2" charset="0"/>
            </a:endParaRPr>
          </a:p>
        </p:txBody>
      </p:sp>
      <p:sp>
        <p:nvSpPr>
          <p:cNvPr id="3" name="Rectangle 2"/>
          <p:cNvSpPr/>
          <p:nvPr/>
        </p:nvSpPr>
        <p:spPr>
          <a:xfrm>
            <a:off x="2836164" y="4927869"/>
            <a:ext cx="6096000" cy="338554"/>
          </a:xfrm>
          <a:prstGeom prst="rect">
            <a:avLst/>
          </a:prstGeom>
        </p:spPr>
        <p:txBody>
          <a:bodyPr>
            <a:spAutoFit/>
          </a:bodyPr>
          <a:lstStyle/>
          <a:p>
            <a:pPr algn="ctr"/>
            <a:r>
              <a:rPr lang="en-US" sz="1600" dirty="0" smtClean="0">
                <a:latin typeface="Sitka Text" pitchFamily="2" charset="0"/>
              </a:rPr>
              <a:t>Three Levels Processing in Computer </a:t>
            </a:r>
            <a:r>
              <a:rPr lang="en-US" sz="1600" dirty="0">
                <a:latin typeface="Sitka Text" pitchFamily="2" charset="0"/>
              </a:rPr>
              <a:t>Vision </a:t>
            </a:r>
            <a:r>
              <a:rPr lang="en-US" sz="1600" dirty="0" smtClean="0">
                <a:latin typeface="Sitka Text" pitchFamily="2" charset="0"/>
              </a:rPr>
              <a:t>Systems</a:t>
            </a:r>
            <a:endParaRPr lang="en-US" sz="1600" dirty="0">
              <a:latin typeface="Sitka Text" pitchFamily="2" charset="0"/>
            </a:endParaRPr>
          </a:p>
        </p:txBody>
      </p:sp>
      <p:sp>
        <p:nvSpPr>
          <p:cNvPr id="13" name="Rectangle 12"/>
          <p:cNvSpPr/>
          <p:nvPr/>
        </p:nvSpPr>
        <p:spPr>
          <a:xfrm>
            <a:off x="1428064" y="6500882"/>
            <a:ext cx="9677400" cy="276999"/>
          </a:xfrm>
          <a:prstGeom prst="rect">
            <a:avLst/>
          </a:prstGeom>
        </p:spPr>
        <p:txBody>
          <a:bodyPr wrap="square">
            <a:spAutoFit/>
          </a:bodyPr>
          <a:lstStyle/>
          <a:p>
            <a:r>
              <a:rPr lang="en-US" sz="1200" dirty="0">
                <a:latin typeface="Sitka Text" pitchFamily="2" charset="0"/>
              </a:rPr>
              <a:t>https://www.google.com/</a:t>
            </a:r>
          </a:p>
        </p:txBody>
      </p:sp>
      <p:cxnSp>
        <p:nvCxnSpPr>
          <p:cNvPr id="14" name="Straight Connector 13"/>
          <p:cNvCxnSpPr/>
          <p:nvPr/>
        </p:nvCxnSpPr>
        <p:spPr>
          <a:xfrm>
            <a:off x="1097280" y="6462124"/>
            <a:ext cx="8477241" cy="18356"/>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5" name="Ink 14"/>
              <p14:cNvContentPartPr/>
              <p14:nvPr/>
            </p14:nvContentPartPr>
            <p14:xfrm>
              <a:off x="2203920" y="1216080"/>
              <a:ext cx="9711720" cy="3389760"/>
            </p14:xfrm>
          </p:contentPart>
        </mc:Choice>
        <mc:Fallback xmlns="">
          <p:pic>
            <p:nvPicPr>
              <p:cNvPr id="15" name="Ink 14"/>
              <p:cNvPicPr/>
              <p:nvPr/>
            </p:nvPicPr>
            <p:blipFill>
              <a:blip r:embed="rId4"/>
              <a:stretch>
                <a:fillRect/>
              </a:stretch>
            </p:blipFill>
            <p:spPr>
              <a:xfrm>
                <a:off x="2196720" y="1207440"/>
                <a:ext cx="9728280" cy="3404160"/>
              </a:xfrm>
              <a:prstGeom prst="rect">
                <a:avLst/>
              </a:prstGeom>
            </p:spPr>
          </p:pic>
        </mc:Fallback>
      </mc:AlternateContent>
    </p:spTree>
    <p:extLst>
      <p:ext uri="{BB962C8B-B14F-4D97-AF65-F5344CB8AC3E}">
        <p14:creationId xmlns:p14="http://schemas.microsoft.com/office/powerpoint/2010/main" val="20438358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cap="none" dirty="0" smtClean="0">
                <a:solidFill>
                  <a:schemeClr val="tx1"/>
                </a:solidFill>
                <a:latin typeface="Sitka Small Semibold" pitchFamily="2" charset="0"/>
              </a:rPr>
              <a:t>Medical Image Analysis</a:t>
            </a:r>
            <a:endParaRPr lang="en-US" sz="4400" cap="none" dirty="0">
              <a:solidFill>
                <a:schemeClr val="tx1"/>
              </a:solidFill>
              <a:latin typeface="Sitka Heading Semibold" pitchFamily="2" charset="0"/>
            </a:endParaRPr>
          </a:p>
        </p:txBody>
      </p:sp>
      <p:sp>
        <p:nvSpPr>
          <p:cNvPr id="3" name="Content Placeholder 2"/>
          <p:cNvSpPr>
            <a:spLocks noGrp="1"/>
          </p:cNvSpPr>
          <p:nvPr>
            <p:ph idx="1"/>
          </p:nvPr>
        </p:nvSpPr>
        <p:spPr>
          <a:xfrm>
            <a:off x="1097280" y="2046514"/>
            <a:ext cx="10058400" cy="3822580"/>
          </a:xfrm>
        </p:spPr>
        <p:txBody>
          <a:bodyPr>
            <a:normAutofit/>
          </a:bodyPr>
          <a:lstStyle/>
          <a:p>
            <a:pPr>
              <a:lnSpc>
                <a:spcPct val="150000"/>
              </a:lnSpc>
              <a:buFont typeface="Wingdings" panose="05000000000000000000" pitchFamily="2" charset="2"/>
              <a:buChar char="q"/>
            </a:pPr>
            <a:r>
              <a:rPr lang="en-IN" sz="2400" dirty="0" smtClean="0">
                <a:latin typeface="Sitka Text" pitchFamily="2" charset="0"/>
              </a:rPr>
              <a:t> Disease Diagnosis</a:t>
            </a:r>
          </a:p>
          <a:p>
            <a:pPr>
              <a:lnSpc>
                <a:spcPct val="150000"/>
              </a:lnSpc>
              <a:buFont typeface="Wingdings" panose="05000000000000000000" pitchFamily="2" charset="2"/>
              <a:buChar char="q"/>
            </a:pPr>
            <a:r>
              <a:rPr lang="en-IN" sz="2400" dirty="0" smtClean="0">
                <a:latin typeface="Sitka Text" pitchFamily="2" charset="0"/>
              </a:rPr>
              <a:t> Disease Classification</a:t>
            </a:r>
          </a:p>
          <a:p>
            <a:pPr>
              <a:lnSpc>
                <a:spcPct val="150000"/>
              </a:lnSpc>
              <a:buFont typeface="Wingdings" panose="05000000000000000000" pitchFamily="2" charset="2"/>
              <a:buChar char="q"/>
            </a:pPr>
            <a:r>
              <a:rPr lang="en-IN" sz="2400" dirty="0" smtClean="0">
                <a:latin typeface="Sitka Text" pitchFamily="2" charset="0"/>
              </a:rPr>
              <a:t> Anomaly Detection</a:t>
            </a:r>
          </a:p>
          <a:p>
            <a:pPr>
              <a:lnSpc>
                <a:spcPct val="150000"/>
              </a:lnSpc>
              <a:buFont typeface="Wingdings" panose="05000000000000000000" pitchFamily="2" charset="2"/>
              <a:buChar char="q"/>
            </a:pPr>
            <a:r>
              <a:rPr lang="en-IN" sz="2400" dirty="0" smtClean="0">
                <a:latin typeface="Sitka Text" pitchFamily="2" charset="0"/>
              </a:rPr>
              <a:t> Region of Interest Segmentation</a:t>
            </a:r>
            <a:endParaRPr lang="en-IN" sz="2400" dirty="0">
              <a:latin typeface="Sitka Text" pitchFamily="2" charset="0"/>
            </a:endParaRP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452240" y="1962720"/>
              <a:ext cx="4384800" cy="2976120"/>
            </p14:xfrm>
          </p:contentPart>
        </mc:Choice>
        <mc:Fallback xmlns="">
          <p:pic>
            <p:nvPicPr>
              <p:cNvPr id="4" name="Ink 3"/>
              <p:cNvPicPr/>
              <p:nvPr/>
            </p:nvPicPr>
            <p:blipFill>
              <a:blip r:embed="rId3"/>
              <a:stretch>
                <a:fillRect/>
              </a:stretch>
            </p:blipFill>
            <p:spPr>
              <a:xfrm>
                <a:off x="1445400" y="1952640"/>
                <a:ext cx="4401720" cy="2992680"/>
              </a:xfrm>
              <a:prstGeom prst="rect">
                <a:avLst/>
              </a:prstGeom>
            </p:spPr>
          </p:pic>
        </mc:Fallback>
      </mc:AlternateContent>
    </p:spTree>
    <p:extLst>
      <p:ext uri="{BB962C8B-B14F-4D97-AF65-F5344CB8AC3E}">
        <p14:creationId xmlns:p14="http://schemas.microsoft.com/office/powerpoint/2010/main" val="7971667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cap="none" dirty="0">
                <a:solidFill>
                  <a:schemeClr val="tx1"/>
                </a:solidFill>
                <a:latin typeface="Sitka Small Semibold" pitchFamily="2" charset="0"/>
              </a:rPr>
              <a:t>Medical Image Analysis</a:t>
            </a:r>
            <a:endParaRPr lang="en-US" dirty="0"/>
          </a:p>
        </p:txBody>
      </p:sp>
      <p:pic>
        <p:nvPicPr>
          <p:cNvPr id="4" name="Picture 4" descr="A:\proc_levels.jpg"/>
          <p:cNvPicPr>
            <a:picLocks noGrp="1" noChangeAspect="1" noChangeArrowheads="1"/>
          </p:cNvPicPr>
          <p:nvPr>
            <p:ph idx="1"/>
          </p:nvPr>
        </p:nvPicPr>
        <p:blipFill>
          <a:blip r:embed="rId2">
            <a:lum bright="-12000" contrast="-12000"/>
          </a:blip>
          <a:stretch>
            <a:fillRect/>
          </a:stretch>
        </p:blipFill>
        <p:spPr bwMode="auto">
          <a:xfrm>
            <a:off x="2440888" y="1892490"/>
            <a:ext cx="6886552" cy="4350807"/>
          </a:xfrm>
          <a:prstGeom prst="rect">
            <a:avLst/>
          </a:prstGeom>
          <a:noFill/>
        </p:spPr>
      </p:pic>
      <p:sp>
        <p:nvSpPr>
          <p:cNvPr id="5" name="TextBox 4"/>
          <p:cNvSpPr txBox="1"/>
          <p:nvPr/>
        </p:nvSpPr>
        <p:spPr>
          <a:xfrm>
            <a:off x="4001277" y="6290331"/>
            <a:ext cx="3765774" cy="338554"/>
          </a:xfrm>
          <a:prstGeom prst="rect">
            <a:avLst/>
          </a:prstGeom>
          <a:noFill/>
        </p:spPr>
        <p:txBody>
          <a:bodyPr wrap="none" rtlCol="0">
            <a:spAutoFit/>
          </a:bodyPr>
          <a:lstStyle/>
          <a:p>
            <a:pPr algn="ctr"/>
            <a:r>
              <a:rPr lang="en-US" sz="1600" dirty="0" smtClean="0">
                <a:latin typeface="Sitka Text" pitchFamily="2" charset="0"/>
              </a:rPr>
              <a:t>Key Levels of Medical Image Analysis</a:t>
            </a:r>
            <a:endParaRPr lang="en-US" sz="1600" dirty="0">
              <a:latin typeface="Sitka Text" pitchFamily="2" charset="0"/>
            </a:endParaRPr>
          </a:p>
        </p:txBody>
      </p:sp>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2571480" y="1447560"/>
              <a:ext cx="8737560" cy="5352840"/>
            </p14:xfrm>
          </p:contentPart>
        </mc:Choice>
        <mc:Fallback xmlns="">
          <p:pic>
            <p:nvPicPr>
              <p:cNvPr id="3" name="Ink 2"/>
              <p:cNvPicPr/>
              <p:nvPr/>
            </p:nvPicPr>
            <p:blipFill>
              <a:blip r:embed="rId4"/>
              <a:stretch>
                <a:fillRect/>
              </a:stretch>
            </p:blipFill>
            <p:spPr>
              <a:xfrm>
                <a:off x="2562120" y="1438560"/>
                <a:ext cx="8751960" cy="5371560"/>
              </a:xfrm>
              <a:prstGeom prst="rect">
                <a:avLst/>
              </a:prstGeom>
            </p:spPr>
          </p:pic>
        </mc:Fallback>
      </mc:AlternateContent>
    </p:spTree>
    <p:extLst>
      <p:ext uri="{BB962C8B-B14F-4D97-AF65-F5344CB8AC3E}">
        <p14:creationId xmlns:p14="http://schemas.microsoft.com/office/powerpoint/2010/main" val="17116794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cap="none" dirty="0">
                <a:solidFill>
                  <a:schemeClr val="tx1"/>
                </a:solidFill>
                <a:latin typeface="Sitka Small Semibold" pitchFamily="2" charset="0"/>
              </a:rPr>
              <a:t>Medical Image Analysis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05781624"/>
              </p:ext>
            </p:extLst>
          </p:nvPr>
        </p:nvGraphicFramePr>
        <p:xfrm>
          <a:off x="1024128" y="2084832"/>
          <a:ext cx="10662094" cy="44250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mc:Choice Requires="p14">
          <p:contentPart p14:bwMode="auto" r:id="rId8">
            <p14:nvContentPartPr>
              <p14:cNvPr id="3" name="Ink 2"/>
              <p14:cNvContentPartPr/>
              <p14:nvPr/>
            </p14:nvContentPartPr>
            <p14:xfrm>
              <a:off x="4721760" y="1591200"/>
              <a:ext cx="5924520" cy="4172400"/>
            </p14:xfrm>
          </p:contentPart>
        </mc:Choice>
        <mc:Fallback xmlns="">
          <p:pic>
            <p:nvPicPr>
              <p:cNvPr id="3" name="Ink 2"/>
              <p:cNvPicPr/>
              <p:nvPr/>
            </p:nvPicPr>
            <p:blipFill>
              <a:blip r:embed="rId9"/>
              <a:stretch>
                <a:fillRect/>
              </a:stretch>
            </p:blipFill>
            <p:spPr>
              <a:xfrm>
                <a:off x="4714920" y="1580040"/>
                <a:ext cx="5941080" cy="4190400"/>
              </a:xfrm>
              <a:prstGeom prst="rect">
                <a:avLst/>
              </a:prstGeom>
            </p:spPr>
          </p:pic>
        </mc:Fallback>
      </mc:AlternateContent>
    </p:spTree>
    <p:extLst>
      <p:ext uri="{BB962C8B-B14F-4D97-AF65-F5344CB8AC3E}">
        <p14:creationId xmlns:p14="http://schemas.microsoft.com/office/powerpoint/2010/main" val="11106571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latin typeface="Sitka Text" pitchFamily="2" charset="0"/>
              </a:rPr>
              <a:t>Resources</a:t>
            </a:r>
            <a:endParaRPr lang="en-US" cap="none" dirty="0">
              <a:latin typeface="Sitka Text" pitchFamily="2" charset="0"/>
            </a:endParaRPr>
          </a:p>
        </p:txBody>
      </p:sp>
      <p:sp>
        <p:nvSpPr>
          <p:cNvPr id="3" name="Content Placeholder 2"/>
          <p:cNvSpPr>
            <a:spLocks noGrp="1"/>
          </p:cNvSpPr>
          <p:nvPr>
            <p:ph idx="1"/>
          </p:nvPr>
        </p:nvSpPr>
        <p:spPr>
          <a:xfrm>
            <a:off x="1024128" y="1816768"/>
            <a:ext cx="9720071" cy="4492592"/>
          </a:xfrm>
        </p:spPr>
        <p:txBody>
          <a:bodyPr>
            <a:normAutofit fontScale="92500"/>
          </a:bodyPr>
          <a:lstStyle/>
          <a:p>
            <a:pPr>
              <a:lnSpc>
                <a:spcPct val="110000"/>
              </a:lnSpc>
              <a:buFont typeface="Wingdings" panose="05000000000000000000" pitchFamily="2" charset="2"/>
              <a:buChar char="Ø"/>
            </a:pPr>
            <a:r>
              <a:rPr lang="en-US" dirty="0" smtClean="0">
                <a:latin typeface="Sitka Text" pitchFamily="2" charset="0"/>
              </a:rPr>
              <a:t>Zhou</a:t>
            </a:r>
            <a:r>
              <a:rPr lang="en-US" dirty="0">
                <a:latin typeface="Sitka Text" pitchFamily="2" charset="0"/>
              </a:rPr>
              <a:t>, S.K. and Greenspan, H. and Shen, D. </a:t>
            </a:r>
            <a:r>
              <a:rPr lang="en-US" b="1" i="1" dirty="0">
                <a:solidFill>
                  <a:schemeClr val="accent2">
                    <a:lumMod val="75000"/>
                  </a:schemeClr>
                </a:solidFill>
                <a:latin typeface="Sitka Text" pitchFamily="2" charset="0"/>
              </a:rPr>
              <a:t>Deep Learning for Medical Image Analysis</a:t>
            </a:r>
            <a:r>
              <a:rPr lang="en-US" dirty="0">
                <a:latin typeface="Sitka Text" pitchFamily="2" charset="0"/>
              </a:rPr>
              <a:t>, The MICCAI Society Book Series, Elsevier Science, 2017. </a:t>
            </a:r>
            <a:endParaRPr lang="en-US" dirty="0" smtClean="0">
              <a:latin typeface="Sitka Text" pitchFamily="2" charset="0"/>
            </a:endParaRPr>
          </a:p>
          <a:p>
            <a:pPr>
              <a:lnSpc>
                <a:spcPct val="110000"/>
              </a:lnSpc>
              <a:buFont typeface="Wingdings" panose="05000000000000000000" pitchFamily="2" charset="2"/>
              <a:buChar char="Ø"/>
            </a:pPr>
            <a:r>
              <a:rPr lang="en-US" dirty="0" err="1" smtClean="0">
                <a:latin typeface="Sitka Text" pitchFamily="2" charset="0"/>
              </a:rPr>
              <a:t>Frangi</a:t>
            </a:r>
            <a:r>
              <a:rPr lang="en-US" dirty="0">
                <a:latin typeface="Sitka Text" pitchFamily="2" charset="0"/>
              </a:rPr>
              <a:t>, A. and Prince, J. and </a:t>
            </a:r>
            <a:r>
              <a:rPr lang="en-US" dirty="0" err="1">
                <a:latin typeface="Sitka Text" pitchFamily="2" charset="0"/>
              </a:rPr>
              <a:t>Sonka</a:t>
            </a:r>
            <a:r>
              <a:rPr lang="en-US" dirty="0">
                <a:latin typeface="Sitka Text" pitchFamily="2" charset="0"/>
              </a:rPr>
              <a:t>, M. </a:t>
            </a:r>
            <a:r>
              <a:rPr lang="en-US" b="1" i="1" dirty="0">
                <a:solidFill>
                  <a:schemeClr val="accent2">
                    <a:lumMod val="75000"/>
                  </a:schemeClr>
                </a:solidFill>
                <a:latin typeface="Sitka Text" pitchFamily="2" charset="0"/>
              </a:rPr>
              <a:t>Medical Image Analysis</a:t>
            </a:r>
            <a:r>
              <a:rPr lang="en-US" dirty="0">
                <a:latin typeface="Sitka Text" pitchFamily="2" charset="0"/>
              </a:rPr>
              <a:t>, The MICCAI Society Book Series, Elsevier Science, 2023. </a:t>
            </a:r>
          </a:p>
          <a:p>
            <a:pPr>
              <a:lnSpc>
                <a:spcPct val="110000"/>
              </a:lnSpc>
              <a:buFont typeface="Wingdings" panose="05000000000000000000" pitchFamily="2" charset="2"/>
              <a:buChar char="Ø"/>
            </a:pPr>
            <a:r>
              <a:rPr lang="en-US" dirty="0" smtClean="0">
                <a:latin typeface="Sitka Text" pitchFamily="2" charset="0"/>
              </a:rPr>
              <a:t>Gonzalez</a:t>
            </a:r>
            <a:r>
              <a:rPr lang="en-US" dirty="0">
                <a:latin typeface="Sitka Text" pitchFamily="2" charset="0"/>
              </a:rPr>
              <a:t>, Rafael C. </a:t>
            </a:r>
            <a:r>
              <a:rPr lang="en-US" b="1" i="1" dirty="0">
                <a:solidFill>
                  <a:schemeClr val="accent2">
                    <a:lumMod val="75000"/>
                  </a:schemeClr>
                </a:solidFill>
                <a:latin typeface="Sitka Text" pitchFamily="2" charset="0"/>
              </a:rPr>
              <a:t>Digital image processing</a:t>
            </a:r>
            <a:r>
              <a:rPr lang="en-US" dirty="0">
                <a:latin typeface="Sitka Text" pitchFamily="2" charset="0"/>
              </a:rPr>
              <a:t>. Pearson Education India, 2009. </a:t>
            </a:r>
            <a:endParaRPr lang="en-US" dirty="0" smtClean="0">
              <a:latin typeface="Sitka Text" pitchFamily="2" charset="0"/>
            </a:endParaRPr>
          </a:p>
          <a:p>
            <a:pPr>
              <a:lnSpc>
                <a:spcPct val="110000"/>
              </a:lnSpc>
              <a:buFont typeface="Wingdings" panose="05000000000000000000" pitchFamily="2" charset="2"/>
              <a:buChar char="Ø"/>
            </a:pPr>
            <a:r>
              <a:rPr lang="en-US" b="1" i="1" dirty="0">
                <a:solidFill>
                  <a:schemeClr val="accent2">
                    <a:lumMod val="75000"/>
                  </a:schemeClr>
                </a:solidFill>
                <a:latin typeface="Sitka Text" pitchFamily="2" charset="0"/>
              </a:rPr>
              <a:t>Medical Image </a:t>
            </a:r>
            <a:r>
              <a:rPr lang="en-US" b="1" i="1" dirty="0" smtClean="0">
                <a:solidFill>
                  <a:schemeClr val="accent2">
                    <a:lumMod val="75000"/>
                  </a:schemeClr>
                </a:solidFill>
                <a:latin typeface="Sitka Text" pitchFamily="2" charset="0"/>
              </a:rPr>
              <a:t>Analysis, NPTEL, </a:t>
            </a:r>
            <a:r>
              <a:rPr lang="en-US" dirty="0" smtClean="0">
                <a:latin typeface="Sitka Text" pitchFamily="2" charset="0"/>
              </a:rPr>
              <a:t>by Prof. Debdoot Sheet, IIT </a:t>
            </a:r>
            <a:r>
              <a:rPr lang="en-US" dirty="0" err="1" smtClean="0">
                <a:latin typeface="Sitka Text" pitchFamily="2" charset="0"/>
              </a:rPr>
              <a:t>Kharagpur</a:t>
            </a:r>
            <a:r>
              <a:rPr lang="en-US" dirty="0" smtClean="0">
                <a:latin typeface="Sitka Text" pitchFamily="2" charset="0"/>
              </a:rPr>
              <a:t> </a:t>
            </a:r>
            <a:r>
              <a:rPr lang="en-US" dirty="0">
                <a:solidFill>
                  <a:srgbClr val="00B0F0"/>
                </a:solidFill>
                <a:latin typeface="Sitka Text" pitchFamily="2" charset="0"/>
                <a:hlinkClick r:id="rId2"/>
              </a:rPr>
              <a:t>http://www.youtube.com/@medicalimageanalysis9258</a:t>
            </a:r>
            <a:endParaRPr lang="en-US" dirty="0">
              <a:solidFill>
                <a:srgbClr val="00B0F0"/>
              </a:solidFill>
              <a:latin typeface="Sitka Text" pitchFamily="2" charset="0"/>
            </a:endParaRPr>
          </a:p>
          <a:p>
            <a:pPr>
              <a:lnSpc>
                <a:spcPct val="110000"/>
              </a:lnSpc>
              <a:buFont typeface="Wingdings" panose="05000000000000000000" pitchFamily="2" charset="2"/>
              <a:buChar char="Ø"/>
            </a:pPr>
            <a:r>
              <a:rPr lang="en-US" b="1" i="1" dirty="0" smtClean="0">
                <a:solidFill>
                  <a:schemeClr val="accent2">
                    <a:lumMod val="75000"/>
                  </a:schemeClr>
                </a:solidFill>
                <a:latin typeface="Sitka Text" pitchFamily="2" charset="0"/>
              </a:rPr>
              <a:t>Medical </a:t>
            </a:r>
            <a:r>
              <a:rPr lang="en-US" b="1" i="1" dirty="0">
                <a:solidFill>
                  <a:schemeClr val="accent2">
                    <a:lumMod val="75000"/>
                  </a:schemeClr>
                </a:solidFill>
                <a:latin typeface="Sitka Text" pitchFamily="2" charset="0"/>
              </a:rPr>
              <a:t>Image Analysis, NPTEL, </a:t>
            </a:r>
            <a:r>
              <a:rPr lang="en-US" dirty="0">
                <a:latin typeface="Sitka Text" pitchFamily="2" charset="0"/>
              </a:rPr>
              <a:t>by Prof. </a:t>
            </a:r>
            <a:r>
              <a:rPr lang="en-US" dirty="0" err="1" smtClean="0">
                <a:latin typeface="Sitka Text" pitchFamily="2" charset="0"/>
              </a:rPr>
              <a:t>Ganapathy</a:t>
            </a:r>
            <a:r>
              <a:rPr lang="en-US" dirty="0" smtClean="0">
                <a:latin typeface="Sitka Text" pitchFamily="2" charset="0"/>
              </a:rPr>
              <a:t> </a:t>
            </a:r>
            <a:r>
              <a:rPr lang="en-US" dirty="0" err="1" smtClean="0">
                <a:latin typeface="Sitka Text" pitchFamily="2" charset="0"/>
              </a:rPr>
              <a:t>Krishnamurthi</a:t>
            </a:r>
            <a:r>
              <a:rPr lang="en-US" dirty="0" smtClean="0">
                <a:latin typeface="Sitka Text" pitchFamily="2" charset="0"/>
              </a:rPr>
              <a:t>, </a:t>
            </a:r>
            <a:r>
              <a:rPr lang="en-US" dirty="0">
                <a:latin typeface="Sitka Text" pitchFamily="2" charset="0"/>
              </a:rPr>
              <a:t>IIT </a:t>
            </a:r>
            <a:r>
              <a:rPr lang="en-US" dirty="0" smtClean="0">
                <a:latin typeface="Sitka Text" pitchFamily="2" charset="0"/>
              </a:rPr>
              <a:t>Madras </a:t>
            </a:r>
            <a:r>
              <a:rPr lang="en-US" dirty="0" smtClean="0">
                <a:latin typeface="Sitka Text" pitchFamily="2" charset="0"/>
                <a:hlinkClick r:id="rId3"/>
              </a:rPr>
              <a:t>https</a:t>
            </a:r>
            <a:r>
              <a:rPr lang="en-US" dirty="0">
                <a:latin typeface="Sitka Text" pitchFamily="2" charset="0"/>
                <a:hlinkClick r:id="rId3"/>
              </a:rPr>
              <a:t>://</a:t>
            </a:r>
            <a:r>
              <a:rPr lang="en-US" dirty="0" smtClean="0">
                <a:latin typeface="Sitka Text" pitchFamily="2" charset="0"/>
                <a:hlinkClick r:id="rId3"/>
              </a:rPr>
              <a:t>youtu.be/TpPXxJ7fPDs?si=kbNBNWvVc-zyE0RF</a:t>
            </a:r>
            <a:endParaRPr lang="en-US" dirty="0" smtClean="0">
              <a:latin typeface="Sitka Text" pitchFamily="2" charset="0"/>
            </a:endParaRPr>
          </a:p>
          <a:p>
            <a:pPr>
              <a:lnSpc>
                <a:spcPct val="110000"/>
              </a:lnSpc>
              <a:buFont typeface="Wingdings" panose="05000000000000000000" pitchFamily="2" charset="2"/>
              <a:buChar char="Ø"/>
            </a:pPr>
            <a:endParaRPr lang="en-US" dirty="0">
              <a:latin typeface="Sitka Text" pitchFamily="2" charset="0"/>
            </a:endParaRPr>
          </a:p>
          <a:p>
            <a:pPr>
              <a:lnSpc>
                <a:spcPct val="110000"/>
              </a:lnSpc>
            </a:pPr>
            <a:endParaRPr lang="en-US" dirty="0">
              <a:latin typeface="Sitka Text" pitchFamily="2" charset="0"/>
            </a:endParaRPr>
          </a:p>
        </p:txBody>
      </p:sp>
    </p:spTree>
    <p:extLst>
      <p:ext uri="{BB962C8B-B14F-4D97-AF65-F5344CB8AC3E}">
        <p14:creationId xmlns:p14="http://schemas.microsoft.com/office/powerpoint/2010/main" val="41411660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074" y="818147"/>
            <a:ext cx="11237494" cy="3976197"/>
          </a:xfrm>
          <a:solidFill>
            <a:schemeClr val="bg1"/>
          </a:solidFill>
        </p:spPr>
        <p:txBody>
          <a:bodyPr>
            <a:normAutofit/>
          </a:bodyPr>
          <a:lstStyle/>
          <a:p>
            <a:pPr algn="ctr"/>
            <a:r>
              <a:rPr lang="en-US" sz="7200" dirty="0" smtClean="0">
                <a:solidFill>
                  <a:schemeClr val="accent2">
                    <a:lumMod val="75000"/>
                  </a:schemeClr>
                </a:solidFill>
                <a:latin typeface="Sitka Text" pitchFamily="2" charset="0"/>
              </a:rPr>
              <a:t/>
            </a:r>
            <a:br>
              <a:rPr lang="en-US" sz="7200" dirty="0" smtClean="0">
                <a:solidFill>
                  <a:schemeClr val="accent2">
                    <a:lumMod val="75000"/>
                  </a:schemeClr>
                </a:solidFill>
                <a:latin typeface="Sitka Text" pitchFamily="2" charset="0"/>
              </a:rPr>
            </a:br>
            <a:r>
              <a:rPr lang="en-US" sz="7200" dirty="0" smtClean="0">
                <a:solidFill>
                  <a:schemeClr val="accent2">
                    <a:lumMod val="75000"/>
                  </a:schemeClr>
                </a:solidFill>
                <a:latin typeface="Sitka Text" pitchFamily="2" charset="0"/>
              </a:rPr>
              <a:t>Thank You</a:t>
            </a:r>
            <a:endParaRPr lang="en-US" sz="7200" dirty="0">
              <a:solidFill>
                <a:schemeClr val="accent2">
                  <a:lumMod val="75000"/>
                </a:schemeClr>
              </a:solidFill>
              <a:latin typeface="Sitka Text" pitchFamily="2" charset="0"/>
            </a:endParaRPr>
          </a:p>
        </p:txBody>
      </p:sp>
    </p:spTree>
    <p:extLst>
      <p:ext uri="{BB962C8B-B14F-4D97-AF65-F5344CB8AC3E}">
        <p14:creationId xmlns:p14="http://schemas.microsoft.com/office/powerpoint/2010/main" val="115419251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2132</TotalTime>
  <Words>1220</Words>
  <Application>Microsoft Office PowerPoint</Application>
  <PresentationFormat>Widescreen</PresentationFormat>
  <Paragraphs>166</Paragraphs>
  <Slides>21</Slides>
  <Notes>11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21</vt:i4>
      </vt:variant>
    </vt:vector>
  </HeadingPairs>
  <TitlesOfParts>
    <vt:vector size="34" baseType="lpstr">
      <vt:lpstr>Arial</vt:lpstr>
      <vt:lpstr>Calibri</vt:lpstr>
      <vt:lpstr>Cambria Math</vt:lpstr>
      <vt:lpstr>Sitka Heading Semibold</vt:lpstr>
      <vt:lpstr>Sitka Small Semibold</vt:lpstr>
      <vt:lpstr>Sitka Subheading Semibold</vt:lpstr>
      <vt:lpstr>Sitka Text</vt:lpstr>
      <vt:lpstr>Times New Roman</vt:lpstr>
      <vt:lpstr>Tw Cen MT</vt:lpstr>
      <vt:lpstr>Tw Cen MT Condensed</vt:lpstr>
      <vt:lpstr>Wingdings</vt:lpstr>
      <vt:lpstr>Wingdings 3</vt:lpstr>
      <vt:lpstr>Integral</vt:lpstr>
      <vt:lpstr>Introduction to  the Course</vt:lpstr>
      <vt:lpstr>Medical Images</vt:lpstr>
      <vt:lpstr>Medical Image Analysis</vt:lpstr>
      <vt:lpstr>Course Details</vt:lpstr>
      <vt:lpstr>Course Content</vt:lpstr>
      <vt:lpstr>Course Content (Contd.)</vt:lpstr>
      <vt:lpstr>Course Content (Contd.)</vt:lpstr>
      <vt:lpstr>Course Content (Contd.)</vt:lpstr>
      <vt:lpstr>Course Content (Contd.)</vt:lpstr>
      <vt:lpstr>Course Content (Contd.)</vt:lpstr>
      <vt:lpstr>Assessment Plan</vt:lpstr>
      <vt:lpstr>Market Scenario and Career Opportunities</vt:lpstr>
      <vt:lpstr>Market Scenario and Career Opportunities</vt:lpstr>
      <vt:lpstr>Market Scenario And Career Opportunities</vt:lpstr>
      <vt:lpstr>Computer Vision</vt:lpstr>
      <vt:lpstr>Computer Vision</vt:lpstr>
      <vt:lpstr>Medical Image Analysis</vt:lpstr>
      <vt:lpstr>Medical Image Analysis</vt:lpstr>
      <vt:lpstr>Medical Image Analysis</vt:lpstr>
      <vt:lpstr>Resources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AIX 841 Medical Image Analysis</dc:title>
  <dc:creator>Sushree Behera</dc:creator>
  <cp:lastModifiedBy>user</cp:lastModifiedBy>
  <cp:revision>58</cp:revision>
  <dcterms:created xsi:type="dcterms:W3CDTF">2025-03-25T04:46:37Z</dcterms:created>
  <dcterms:modified xsi:type="dcterms:W3CDTF">2025-08-12T09:38:59Z</dcterms:modified>
</cp:coreProperties>
</file>